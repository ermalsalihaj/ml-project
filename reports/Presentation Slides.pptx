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52" r:id="rId4"/>
    <p:sldMasterId id="2147483821" r:id="rId5"/>
  </p:sldMasterIdLst>
  <p:notesMasterIdLst>
    <p:notesMasterId r:id="rId11"/>
  </p:notesMasterIdLst>
  <p:handoutMasterIdLst>
    <p:handoutMasterId r:id="rId12"/>
  </p:handoutMasterIdLst>
  <p:sldIdLst>
    <p:sldId id="262" r:id="rId6"/>
    <p:sldId id="304" r:id="rId7"/>
    <p:sldId id="276" r:id="rId8"/>
    <p:sldId id="258" r:id="rId9"/>
    <p:sldId id="351" r:id="rId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B26"/>
    <a:srgbClr val="4C574C"/>
    <a:srgbClr val="66604E"/>
    <a:srgbClr val="494949"/>
    <a:srgbClr val="525548"/>
    <a:srgbClr val="3E4036"/>
    <a:srgbClr val="262B27"/>
    <a:srgbClr val="202320"/>
    <a:srgbClr val="33352C"/>
    <a:srgbClr val="34352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ED8722-85A1-D961-D3DC-1E63BB55A0E4}" v="320" dt="2025-11-26T18:35:41.1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handoutMaster" Target="handoutMasters/handoutMaster1.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theme" Target="theme/theme1.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3AFF942-DFCB-8830-9ACE-094A811981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E9A2309C-E2F7-8E21-2087-3F79B925DFE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3D73871-A89C-4923-A50E-D2ECEA295AFB}" type="datetimeFigureOut">
              <a:rPr lang="en-IN" smtClean="0"/>
              <a:t>26-11-2025</a:t>
            </a:fld>
            <a:endParaRPr lang="en-IN"/>
          </a:p>
        </p:txBody>
      </p:sp>
      <p:sp>
        <p:nvSpPr>
          <p:cNvPr id="4" name="Footer Placeholder 3">
            <a:extLst>
              <a:ext uri="{FF2B5EF4-FFF2-40B4-BE49-F238E27FC236}">
                <a16:creationId xmlns:a16="http://schemas.microsoft.com/office/drawing/2014/main" id="{62D2C05B-A738-6611-6D49-285704E66E0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 2025 Copyright Genpact. All Rights Reserved.</a:t>
            </a:r>
            <a:endParaRPr lang="en-IN"/>
          </a:p>
        </p:txBody>
      </p:sp>
      <p:sp>
        <p:nvSpPr>
          <p:cNvPr id="5" name="Slide Number Placeholder 4">
            <a:extLst>
              <a:ext uri="{FF2B5EF4-FFF2-40B4-BE49-F238E27FC236}">
                <a16:creationId xmlns:a16="http://schemas.microsoft.com/office/drawing/2014/main" id="{C2CBA30E-90E5-5CA9-99D3-F61A22265CD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4C2880E-790E-4CF7-A789-ECC92F40E95D}" type="slidenum">
              <a:rPr lang="en-IN" smtClean="0"/>
              <a:t>‹#›</a:t>
            </a:fld>
            <a:endParaRPr lang="en-IN"/>
          </a:p>
        </p:txBody>
      </p:sp>
    </p:spTree>
    <p:extLst>
      <p:ext uri="{BB962C8B-B14F-4D97-AF65-F5344CB8AC3E}">
        <p14:creationId xmlns:p14="http://schemas.microsoft.com/office/powerpoint/2010/main" val="381158709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9734B9-555B-B849-9C8D-8A1E8B6E136E}" type="datetimeFigureOut">
              <a:rPr lang="en-GB" smtClean="0"/>
              <a:t>26/11/2025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 2025 Copyright Genpact. All Rights Reserved.</a:t>
            </a:r>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9FFD3E-1587-764D-BD19-EA0F1A2804F6}" type="slidenum">
              <a:rPr lang="en-GB" smtClean="0"/>
              <a:t>‹#›</a:t>
            </a:fld>
            <a:endParaRPr lang="en-GB"/>
          </a:p>
        </p:txBody>
      </p:sp>
    </p:spTree>
    <p:extLst>
      <p:ext uri="{BB962C8B-B14F-4D97-AF65-F5344CB8AC3E}">
        <p14:creationId xmlns:p14="http://schemas.microsoft.com/office/powerpoint/2010/main" val="358534856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a:t>© 2025 Copyright Genpact. All Rights Reserved.</a:t>
            </a:r>
            <a:endParaRPr lang="en-GB"/>
          </a:p>
        </p:txBody>
      </p:sp>
      <p:sp>
        <p:nvSpPr>
          <p:cNvPr id="5" name="Slide Number Placeholder 4"/>
          <p:cNvSpPr>
            <a:spLocks noGrp="1"/>
          </p:cNvSpPr>
          <p:nvPr>
            <p:ph type="sldNum" sz="quarter" idx="5"/>
          </p:nvPr>
        </p:nvSpPr>
        <p:spPr/>
        <p:txBody>
          <a:bodyPr/>
          <a:lstStyle/>
          <a:p>
            <a:fld id="{0A9FFD3E-1587-764D-BD19-EA0F1A2804F6}" type="slidenum">
              <a:rPr lang="en-GB" smtClean="0"/>
              <a:t>3</a:t>
            </a:fld>
            <a:endParaRPr lang="en-GB"/>
          </a:p>
        </p:txBody>
      </p:sp>
    </p:spTree>
    <p:extLst>
      <p:ext uri="{BB962C8B-B14F-4D97-AF65-F5344CB8AC3E}">
        <p14:creationId xmlns:p14="http://schemas.microsoft.com/office/powerpoint/2010/main" val="34910732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Title Slid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6BF638A-8A47-15D7-CDFF-817BA1CDC54B}"/>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pic>
        <p:nvPicPr>
          <p:cNvPr id="9" name="Picture 8" descr="A black and white logo&#10;&#10;Description automatically generated">
            <a:extLst>
              <a:ext uri="{FF2B5EF4-FFF2-40B4-BE49-F238E27FC236}">
                <a16:creationId xmlns:a16="http://schemas.microsoft.com/office/drawing/2014/main" id="{18AF8C1F-18E3-1C68-B20F-77B720EBF09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0668" y="426423"/>
            <a:ext cx="2656930" cy="1393094"/>
          </a:xfrm>
          <a:prstGeom prst="rect">
            <a:avLst/>
          </a:prstGeom>
        </p:spPr>
      </p:pic>
      <p:sp>
        <p:nvSpPr>
          <p:cNvPr id="14" name="Google Shape;22;p26">
            <a:extLst>
              <a:ext uri="{FF2B5EF4-FFF2-40B4-BE49-F238E27FC236}">
                <a16:creationId xmlns:a16="http://schemas.microsoft.com/office/drawing/2014/main" id="{DDB3BA56-EAD5-5D65-30E3-BD8F506E16D2}"/>
              </a:ext>
            </a:extLst>
          </p:cNvPr>
          <p:cNvSpPr txBox="1">
            <a:spLocks noGrp="1"/>
          </p:cNvSpPr>
          <p:nvPr>
            <p:ph type="ftr" idx="3"/>
          </p:nvPr>
        </p:nvSpPr>
        <p:spPr>
          <a:xfrm>
            <a:off x="9791247"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10000"/>
                    <a:lumOff val="90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cxnSp>
        <p:nvCxnSpPr>
          <p:cNvPr id="15" name="Straight Connector 14">
            <a:extLst>
              <a:ext uri="{FF2B5EF4-FFF2-40B4-BE49-F238E27FC236}">
                <a16:creationId xmlns:a16="http://schemas.microsoft.com/office/drawing/2014/main" id="{3484EDBC-1EE3-09B7-D98C-A5145060C1C2}"/>
              </a:ext>
            </a:extLst>
          </p:cNvPr>
          <p:cNvCxnSpPr>
            <a:cxnSpLocks/>
          </p:cNvCxnSpPr>
          <p:nvPr userDrawn="1"/>
        </p:nvCxnSpPr>
        <p:spPr>
          <a:xfrm>
            <a:off x="910210" y="4109292"/>
            <a:ext cx="4111308"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6" name="Google Shape;18;p26">
            <a:extLst>
              <a:ext uri="{FF2B5EF4-FFF2-40B4-BE49-F238E27FC236}">
                <a16:creationId xmlns:a16="http://schemas.microsoft.com/office/drawing/2014/main" id="{5D7BE2E0-D859-8133-0A18-808CF49D4162}"/>
              </a:ext>
            </a:extLst>
          </p:cNvPr>
          <p:cNvSpPr txBox="1">
            <a:spLocks noGrp="1"/>
          </p:cNvSpPr>
          <p:nvPr>
            <p:ph type="title" hasCustomPrompt="1"/>
          </p:nvPr>
        </p:nvSpPr>
        <p:spPr>
          <a:xfrm>
            <a:off x="910210" y="2307321"/>
            <a:ext cx="4111308" cy="1714495"/>
          </a:xfrm>
          <a:prstGeom prst="rect">
            <a:avLst/>
          </a:prstGeom>
          <a:noFill/>
          <a:ln>
            <a:noFill/>
          </a:ln>
        </p:spPr>
        <p:txBody>
          <a:bodyPr spcFirstLastPara="1" wrap="square" lIns="0" tIns="45700" rIns="91425" bIns="0" anchor="b" anchorCtr="0">
            <a:noAutofit/>
          </a:bodyPr>
          <a:lstStyle>
            <a:lvl1pPr lvl="0" algn="l">
              <a:lnSpc>
                <a:spcPct val="80000"/>
              </a:lnSpc>
              <a:spcBef>
                <a:spcPts val="0"/>
              </a:spcBef>
              <a:spcAft>
                <a:spcPts val="0"/>
              </a:spcAft>
              <a:buSzPts val="3200"/>
              <a:buNone/>
              <a:defRPr sz="7250" b="1" i="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 Slide</a:t>
            </a:r>
            <a:endParaRPr/>
          </a:p>
        </p:txBody>
      </p:sp>
      <p:sp>
        <p:nvSpPr>
          <p:cNvPr id="17" name="Google Shape;24;p26">
            <a:extLst>
              <a:ext uri="{FF2B5EF4-FFF2-40B4-BE49-F238E27FC236}">
                <a16:creationId xmlns:a16="http://schemas.microsoft.com/office/drawing/2014/main" id="{F45BC6CB-DF2E-693A-1779-75C11CA0D2CB}"/>
              </a:ext>
            </a:extLst>
          </p:cNvPr>
          <p:cNvSpPr txBox="1">
            <a:spLocks noGrp="1"/>
          </p:cNvSpPr>
          <p:nvPr>
            <p:ph type="body" idx="2" hasCustomPrompt="1"/>
          </p:nvPr>
        </p:nvSpPr>
        <p:spPr>
          <a:xfrm>
            <a:off x="910210" y="421420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1"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Innovation into action</a:t>
            </a:r>
          </a:p>
        </p:txBody>
      </p:sp>
      <p:sp>
        <p:nvSpPr>
          <p:cNvPr id="2" name="Google Shape;22;p26">
            <a:extLst>
              <a:ext uri="{FF2B5EF4-FFF2-40B4-BE49-F238E27FC236}">
                <a16:creationId xmlns:a16="http://schemas.microsoft.com/office/drawing/2014/main" id="{03C0A8B4-480D-85E4-EB3F-2ABAB69FD3F8}"/>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5" name="Picture Placeholder 7">
            <a:extLst>
              <a:ext uri="{FF2B5EF4-FFF2-40B4-BE49-F238E27FC236}">
                <a16:creationId xmlns:a16="http://schemas.microsoft.com/office/drawing/2014/main" id="{03799AF4-66B1-F3D0-8275-42F705CCD419}"/>
              </a:ext>
            </a:extLst>
          </p:cNvPr>
          <p:cNvSpPr>
            <a:spLocks noGrp="1"/>
          </p:cNvSpPr>
          <p:nvPr>
            <p:ph type="pic" sz="quarter" idx="10"/>
          </p:nvPr>
        </p:nvSpPr>
        <p:spPr>
          <a:xfrm>
            <a:off x="6096000" y="0"/>
            <a:ext cx="6096000" cy="6858000"/>
          </a:xfrm>
        </p:spPr>
        <p:txBody>
          <a:bodyPr/>
          <a:lstStyle/>
          <a:p>
            <a:endParaRPr lang="en-IN"/>
          </a:p>
        </p:txBody>
      </p:sp>
    </p:spTree>
    <p:extLst>
      <p:ext uri="{BB962C8B-B14F-4D97-AF65-F5344CB8AC3E}">
        <p14:creationId xmlns:p14="http://schemas.microsoft.com/office/powerpoint/2010/main" val="680473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7A33215-CC12-D208-5CCE-E5972FAA08B4}"/>
              </a:ext>
            </a:extLst>
          </p:cNvPr>
          <p:cNvSpPr/>
          <p:nvPr userDrawn="1"/>
        </p:nvSpPr>
        <p:spPr>
          <a:xfrm>
            <a:off x="0" y="0"/>
            <a:ext cx="12191999"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sp>
        <p:nvSpPr>
          <p:cNvPr id="8" name="Picture Placeholder 7">
            <a:extLst>
              <a:ext uri="{FF2B5EF4-FFF2-40B4-BE49-F238E27FC236}">
                <a16:creationId xmlns:a16="http://schemas.microsoft.com/office/drawing/2014/main" id="{AC849FFF-65F3-85CF-B3DF-624622CC1D1F}"/>
              </a:ext>
            </a:extLst>
          </p:cNvPr>
          <p:cNvSpPr>
            <a:spLocks noGrp="1"/>
          </p:cNvSpPr>
          <p:nvPr>
            <p:ph type="pic" sz="quarter" idx="10"/>
          </p:nvPr>
        </p:nvSpPr>
        <p:spPr>
          <a:xfrm>
            <a:off x="6096000" y="0"/>
            <a:ext cx="6096000" cy="6858000"/>
          </a:xfrm>
        </p:spPr>
        <p:txBody>
          <a:bodyPr/>
          <a:lstStyle/>
          <a:p>
            <a:endParaRPr lang="en-IN"/>
          </a:p>
        </p:txBody>
      </p:sp>
      <p:sp>
        <p:nvSpPr>
          <p:cNvPr id="5" name="Google Shape;41;p28">
            <a:extLst>
              <a:ext uri="{FF2B5EF4-FFF2-40B4-BE49-F238E27FC236}">
                <a16:creationId xmlns:a16="http://schemas.microsoft.com/office/drawing/2014/main" id="{33382448-C39A-B656-11E6-9701FDBADBBB}"/>
              </a:ext>
            </a:extLst>
          </p:cNvPr>
          <p:cNvSpPr txBox="1">
            <a:spLocks noGrp="1"/>
          </p:cNvSpPr>
          <p:nvPr>
            <p:ph type="title" hasCustomPrompt="1"/>
          </p:nvPr>
        </p:nvSpPr>
        <p:spPr>
          <a:xfrm>
            <a:off x="910209" y="2579967"/>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Title Slide</a:t>
            </a:r>
            <a:endParaRPr/>
          </a:p>
        </p:txBody>
      </p:sp>
      <p:sp>
        <p:nvSpPr>
          <p:cNvPr id="19" name="Google Shape;24;p26">
            <a:extLst>
              <a:ext uri="{FF2B5EF4-FFF2-40B4-BE49-F238E27FC236}">
                <a16:creationId xmlns:a16="http://schemas.microsoft.com/office/drawing/2014/main" id="{86079E78-6613-8F8B-B6B7-3D6721D2337B}"/>
              </a:ext>
            </a:extLst>
          </p:cNvPr>
          <p:cNvSpPr txBox="1">
            <a:spLocks noGrp="1"/>
          </p:cNvSpPr>
          <p:nvPr>
            <p:ph type="body" idx="2" hasCustomPrompt="1"/>
          </p:nvPr>
        </p:nvSpPr>
        <p:spPr>
          <a:xfrm>
            <a:off x="918332" y="4484154"/>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Innovation into action</a:t>
            </a:r>
            <a:endParaRPr/>
          </a:p>
        </p:txBody>
      </p:sp>
      <p:pic>
        <p:nvPicPr>
          <p:cNvPr id="7" name="Picture 6" descr="A logo with white text&#10;&#10;Description automatically generated">
            <a:extLst>
              <a:ext uri="{FF2B5EF4-FFF2-40B4-BE49-F238E27FC236}">
                <a16:creationId xmlns:a16="http://schemas.microsoft.com/office/drawing/2014/main" id="{527601A5-C06F-FAEF-DE8F-5FA13D98567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0673" y="426423"/>
            <a:ext cx="2656930" cy="1393094"/>
          </a:xfrm>
          <a:prstGeom prst="rect">
            <a:avLst/>
          </a:prstGeom>
        </p:spPr>
      </p:pic>
      <p:cxnSp>
        <p:nvCxnSpPr>
          <p:cNvPr id="10" name="Straight Connector 9">
            <a:extLst>
              <a:ext uri="{FF2B5EF4-FFF2-40B4-BE49-F238E27FC236}">
                <a16:creationId xmlns:a16="http://schemas.microsoft.com/office/drawing/2014/main" id="{38A4BBA9-B6E8-ABC3-1C84-53EE89568FDE}"/>
              </a:ext>
            </a:extLst>
          </p:cNvPr>
          <p:cNvCxnSpPr>
            <a:cxnSpLocks/>
          </p:cNvCxnSpPr>
          <p:nvPr userDrawn="1"/>
        </p:nvCxnSpPr>
        <p:spPr>
          <a:xfrm>
            <a:off x="910210" y="4385336"/>
            <a:ext cx="4004631"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3" name="Google Shape;22;p26">
            <a:extLst>
              <a:ext uri="{FF2B5EF4-FFF2-40B4-BE49-F238E27FC236}">
                <a16:creationId xmlns:a16="http://schemas.microsoft.com/office/drawing/2014/main" id="{1DC78D17-A852-450F-A253-70AA3229F384}"/>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3304044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_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508DED2-D351-6F02-97F0-EC8D5DB87D78}"/>
              </a:ext>
            </a:extLst>
          </p:cNvPr>
          <p:cNvSpPr/>
          <p:nvPr userDrawn="1"/>
        </p:nvSpPr>
        <p:spPr>
          <a:xfrm>
            <a:off x="1" y="0"/>
            <a:ext cx="6096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pic>
        <p:nvPicPr>
          <p:cNvPr id="6" name="Graphic 5">
            <a:extLst>
              <a:ext uri="{FF2B5EF4-FFF2-40B4-BE49-F238E27FC236}">
                <a16:creationId xmlns:a16="http://schemas.microsoft.com/office/drawing/2014/main" id="{64A1C97A-8611-4A24-A3B9-7CA7D0758DB3}"/>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32" name="Google Shape;24;p26">
            <a:extLst>
              <a:ext uri="{FF2B5EF4-FFF2-40B4-BE49-F238E27FC236}">
                <a16:creationId xmlns:a16="http://schemas.microsoft.com/office/drawing/2014/main" id="{CD5D790D-9423-B18B-2082-61298E142DFA}"/>
              </a:ext>
            </a:extLst>
          </p:cNvPr>
          <p:cNvSpPr txBox="1">
            <a:spLocks noGrp="1"/>
          </p:cNvSpPr>
          <p:nvPr>
            <p:ph type="body" idx="2" hasCustomPrompt="1"/>
          </p:nvPr>
        </p:nvSpPr>
        <p:spPr>
          <a:xfrm>
            <a:off x="1185698" y="160567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1</a:t>
            </a:r>
          </a:p>
        </p:txBody>
      </p:sp>
      <p:sp>
        <p:nvSpPr>
          <p:cNvPr id="33" name="Google Shape;24;p26">
            <a:extLst>
              <a:ext uri="{FF2B5EF4-FFF2-40B4-BE49-F238E27FC236}">
                <a16:creationId xmlns:a16="http://schemas.microsoft.com/office/drawing/2014/main" id="{FAC077C5-23DB-6672-D948-DEFEE9E8266F}"/>
              </a:ext>
            </a:extLst>
          </p:cNvPr>
          <p:cNvSpPr txBox="1">
            <a:spLocks noGrp="1"/>
          </p:cNvSpPr>
          <p:nvPr>
            <p:ph type="body" idx="13" hasCustomPrompt="1"/>
          </p:nvPr>
        </p:nvSpPr>
        <p:spPr>
          <a:xfrm>
            <a:off x="1185698" y="225845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2</a:t>
            </a:r>
          </a:p>
        </p:txBody>
      </p:sp>
      <p:sp>
        <p:nvSpPr>
          <p:cNvPr id="34" name="Google Shape;24;p26">
            <a:extLst>
              <a:ext uri="{FF2B5EF4-FFF2-40B4-BE49-F238E27FC236}">
                <a16:creationId xmlns:a16="http://schemas.microsoft.com/office/drawing/2014/main" id="{2918299F-FCC7-1765-77FB-44EB16488DB3}"/>
              </a:ext>
            </a:extLst>
          </p:cNvPr>
          <p:cNvSpPr txBox="1">
            <a:spLocks noGrp="1"/>
          </p:cNvSpPr>
          <p:nvPr>
            <p:ph type="body" idx="14" hasCustomPrompt="1"/>
          </p:nvPr>
        </p:nvSpPr>
        <p:spPr>
          <a:xfrm>
            <a:off x="1185698" y="291123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3</a:t>
            </a:r>
          </a:p>
        </p:txBody>
      </p:sp>
      <p:sp>
        <p:nvSpPr>
          <p:cNvPr id="35" name="Google Shape;24;p26">
            <a:extLst>
              <a:ext uri="{FF2B5EF4-FFF2-40B4-BE49-F238E27FC236}">
                <a16:creationId xmlns:a16="http://schemas.microsoft.com/office/drawing/2014/main" id="{1F0EBE5B-16A9-6E53-E884-D6A6B0D8C39C}"/>
              </a:ext>
            </a:extLst>
          </p:cNvPr>
          <p:cNvSpPr txBox="1">
            <a:spLocks noGrp="1"/>
          </p:cNvSpPr>
          <p:nvPr>
            <p:ph type="body" idx="15" hasCustomPrompt="1"/>
          </p:nvPr>
        </p:nvSpPr>
        <p:spPr>
          <a:xfrm>
            <a:off x="1185698" y="356401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4</a:t>
            </a:r>
          </a:p>
        </p:txBody>
      </p:sp>
      <p:sp>
        <p:nvSpPr>
          <p:cNvPr id="36" name="Google Shape;24;p26">
            <a:extLst>
              <a:ext uri="{FF2B5EF4-FFF2-40B4-BE49-F238E27FC236}">
                <a16:creationId xmlns:a16="http://schemas.microsoft.com/office/drawing/2014/main" id="{67FF5144-A4A4-1D38-9F43-B38D8CDE582F}"/>
              </a:ext>
            </a:extLst>
          </p:cNvPr>
          <p:cNvSpPr txBox="1">
            <a:spLocks noGrp="1"/>
          </p:cNvSpPr>
          <p:nvPr>
            <p:ph type="body" idx="16" hasCustomPrompt="1"/>
          </p:nvPr>
        </p:nvSpPr>
        <p:spPr>
          <a:xfrm>
            <a:off x="1185698" y="421679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5</a:t>
            </a:r>
          </a:p>
        </p:txBody>
      </p:sp>
      <p:sp>
        <p:nvSpPr>
          <p:cNvPr id="37" name="Google Shape;24;p26">
            <a:extLst>
              <a:ext uri="{FF2B5EF4-FFF2-40B4-BE49-F238E27FC236}">
                <a16:creationId xmlns:a16="http://schemas.microsoft.com/office/drawing/2014/main" id="{B9E94BB8-D4CD-EDF0-4B6E-0D409D46B46D}"/>
              </a:ext>
            </a:extLst>
          </p:cNvPr>
          <p:cNvSpPr txBox="1">
            <a:spLocks noGrp="1"/>
          </p:cNvSpPr>
          <p:nvPr>
            <p:ph type="body" idx="17" hasCustomPrompt="1"/>
          </p:nvPr>
        </p:nvSpPr>
        <p:spPr>
          <a:xfrm>
            <a:off x="1185698" y="486957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6</a:t>
            </a:r>
          </a:p>
        </p:txBody>
      </p:sp>
      <p:sp>
        <p:nvSpPr>
          <p:cNvPr id="8" name="Google Shape;18;p26">
            <a:extLst>
              <a:ext uri="{FF2B5EF4-FFF2-40B4-BE49-F238E27FC236}">
                <a16:creationId xmlns:a16="http://schemas.microsoft.com/office/drawing/2014/main" id="{0FB8683D-0CDA-5A7B-8A1E-49E07216AD49}"/>
              </a:ext>
            </a:extLst>
          </p:cNvPr>
          <p:cNvSpPr txBox="1">
            <a:spLocks noGrp="1"/>
          </p:cNvSpPr>
          <p:nvPr>
            <p:ph type="title" hasCustomPrompt="1"/>
          </p:nvPr>
        </p:nvSpPr>
        <p:spPr>
          <a:xfrm>
            <a:off x="1185698" y="462976"/>
            <a:ext cx="3322413"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Agenda</a:t>
            </a:r>
            <a:endParaRPr/>
          </a:p>
        </p:txBody>
      </p:sp>
      <p:sp>
        <p:nvSpPr>
          <p:cNvPr id="2" name="Google Shape;22;p26">
            <a:extLst>
              <a:ext uri="{FF2B5EF4-FFF2-40B4-BE49-F238E27FC236}">
                <a16:creationId xmlns:a16="http://schemas.microsoft.com/office/drawing/2014/main" id="{E54128B7-0DEE-77CB-AEBE-B9DF33ED2280}"/>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10" name="Google Shape;21;p33">
            <a:extLst>
              <a:ext uri="{FF2B5EF4-FFF2-40B4-BE49-F238E27FC236}">
                <a16:creationId xmlns:a16="http://schemas.microsoft.com/office/drawing/2014/main" id="{4F1D0F46-507B-8710-6651-EFCE6B7CB61E}"/>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a:solidFill>
                <a:srgbClr val="BABABA"/>
              </a:solidFill>
            </a:endParaRPr>
          </a:p>
        </p:txBody>
      </p:sp>
      <p:sp>
        <p:nvSpPr>
          <p:cNvPr id="4" name="Picture Placeholder 7">
            <a:extLst>
              <a:ext uri="{FF2B5EF4-FFF2-40B4-BE49-F238E27FC236}">
                <a16:creationId xmlns:a16="http://schemas.microsoft.com/office/drawing/2014/main" id="{F591AD48-8FBC-318B-49FA-FE9A73E20A09}"/>
              </a:ext>
            </a:extLst>
          </p:cNvPr>
          <p:cNvSpPr>
            <a:spLocks noGrp="1"/>
          </p:cNvSpPr>
          <p:nvPr>
            <p:ph type="pic" sz="quarter" idx="10"/>
          </p:nvPr>
        </p:nvSpPr>
        <p:spPr>
          <a:xfrm>
            <a:off x="6096000" y="0"/>
            <a:ext cx="6096000" cy="6858000"/>
          </a:xfrm>
        </p:spPr>
        <p:txBody>
          <a:bodyPr/>
          <a:lstStyle/>
          <a:p>
            <a:endParaRPr lang="en-IN"/>
          </a:p>
        </p:txBody>
      </p:sp>
    </p:spTree>
    <p:extLst>
      <p:ext uri="{BB962C8B-B14F-4D97-AF65-F5344CB8AC3E}">
        <p14:creationId xmlns:p14="http://schemas.microsoft.com/office/powerpoint/2010/main" val="2581429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_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7ACC8BE-A123-06A2-95AD-E271B3CF0798}"/>
              </a:ext>
            </a:extLst>
          </p:cNvPr>
          <p:cNvSpPr/>
          <p:nvPr userDrawn="1"/>
        </p:nvSpPr>
        <p:spPr>
          <a:xfrm>
            <a:off x="1"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sp>
        <p:nvSpPr>
          <p:cNvPr id="17" name="Google Shape;24;p26">
            <a:extLst>
              <a:ext uri="{FF2B5EF4-FFF2-40B4-BE49-F238E27FC236}">
                <a16:creationId xmlns:a16="http://schemas.microsoft.com/office/drawing/2014/main" id="{571F4C8A-17D0-03EC-6FE5-68182450E9D0}"/>
              </a:ext>
            </a:extLst>
          </p:cNvPr>
          <p:cNvSpPr txBox="1">
            <a:spLocks noGrp="1"/>
          </p:cNvSpPr>
          <p:nvPr>
            <p:ph type="body" idx="2" hasCustomPrompt="1"/>
          </p:nvPr>
        </p:nvSpPr>
        <p:spPr>
          <a:xfrm>
            <a:off x="1185698" y="160567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1</a:t>
            </a:r>
          </a:p>
        </p:txBody>
      </p:sp>
      <p:sp>
        <p:nvSpPr>
          <p:cNvPr id="18" name="Google Shape;24;p26">
            <a:extLst>
              <a:ext uri="{FF2B5EF4-FFF2-40B4-BE49-F238E27FC236}">
                <a16:creationId xmlns:a16="http://schemas.microsoft.com/office/drawing/2014/main" id="{7C2E7A43-14D0-2BEA-3CA6-EFC63FD46BC0}"/>
              </a:ext>
            </a:extLst>
          </p:cNvPr>
          <p:cNvSpPr txBox="1">
            <a:spLocks noGrp="1"/>
          </p:cNvSpPr>
          <p:nvPr>
            <p:ph type="body" idx="13" hasCustomPrompt="1"/>
          </p:nvPr>
        </p:nvSpPr>
        <p:spPr>
          <a:xfrm>
            <a:off x="1185698" y="225845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2</a:t>
            </a:r>
          </a:p>
        </p:txBody>
      </p:sp>
      <p:sp>
        <p:nvSpPr>
          <p:cNvPr id="19" name="Google Shape;24;p26">
            <a:extLst>
              <a:ext uri="{FF2B5EF4-FFF2-40B4-BE49-F238E27FC236}">
                <a16:creationId xmlns:a16="http://schemas.microsoft.com/office/drawing/2014/main" id="{5531E261-A54F-5BF1-3194-2FAA774C4FD2}"/>
              </a:ext>
            </a:extLst>
          </p:cNvPr>
          <p:cNvSpPr txBox="1">
            <a:spLocks noGrp="1"/>
          </p:cNvSpPr>
          <p:nvPr>
            <p:ph type="body" idx="14" hasCustomPrompt="1"/>
          </p:nvPr>
        </p:nvSpPr>
        <p:spPr>
          <a:xfrm>
            <a:off x="1185698" y="291123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3</a:t>
            </a:r>
          </a:p>
        </p:txBody>
      </p:sp>
      <p:sp>
        <p:nvSpPr>
          <p:cNvPr id="20" name="Google Shape;24;p26">
            <a:extLst>
              <a:ext uri="{FF2B5EF4-FFF2-40B4-BE49-F238E27FC236}">
                <a16:creationId xmlns:a16="http://schemas.microsoft.com/office/drawing/2014/main" id="{CA7BD352-7A1C-E13F-955C-68CD790D5CDB}"/>
              </a:ext>
            </a:extLst>
          </p:cNvPr>
          <p:cNvSpPr txBox="1">
            <a:spLocks noGrp="1"/>
          </p:cNvSpPr>
          <p:nvPr>
            <p:ph type="body" idx="15" hasCustomPrompt="1"/>
          </p:nvPr>
        </p:nvSpPr>
        <p:spPr>
          <a:xfrm>
            <a:off x="1185698" y="356401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4</a:t>
            </a:r>
          </a:p>
        </p:txBody>
      </p:sp>
      <p:sp>
        <p:nvSpPr>
          <p:cNvPr id="21" name="Google Shape;24;p26">
            <a:extLst>
              <a:ext uri="{FF2B5EF4-FFF2-40B4-BE49-F238E27FC236}">
                <a16:creationId xmlns:a16="http://schemas.microsoft.com/office/drawing/2014/main" id="{7B8DDF4D-2608-54F6-C2D8-97AA4F078683}"/>
              </a:ext>
            </a:extLst>
          </p:cNvPr>
          <p:cNvSpPr txBox="1">
            <a:spLocks noGrp="1"/>
          </p:cNvSpPr>
          <p:nvPr>
            <p:ph type="body" idx="16" hasCustomPrompt="1"/>
          </p:nvPr>
        </p:nvSpPr>
        <p:spPr>
          <a:xfrm>
            <a:off x="1185698" y="421679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5</a:t>
            </a:r>
          </a:p>
        </p:txBody>
      </p:sp>
      <p:sp>
        <p:nvSpPr>
          <p:cNvPr id="22" name="Google Shape;24;p26">
            <a:extLst>
              <a:ext uri="{FF2B5EF4-FFF2-40B4-BE49-F238E27FC236}">
                <a16:creationId xmlns:a16="http://schemas.microsoft.com/office/drawing/2014/main" id="{BFD52ACE-1943-F107-4F60-E869E751C393}"/>
              </a:ext>
            </a:extLst>
          </p:cNvPr>
          <p:cNvSpPr txBox="1">
            <a:spLocks noGrp="1"/>
          </p:cNvSpPr>
          <p:nvPr>
            <p:ph type="body" idx="17" hasCustomPrompt="1"/>
          </p:nvPr>
        </p:nvSpPr>
        <p:spPr>
          <a:xfrm>
            <a:off x="1185698" y="486957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6</a:t>
            </a:r>
          </a:p>
        </p:txBody>
      </p:sp>
      <p:sp>
        <p:nvSpPr>
          <p:cNvPr id="5" name="Google Shape;18;p26">
            <a:extLst>
              <a:ext uri="{FF2B5EF4-FFF2-40B4-BE49-F238E27FC236}">
                <a16:creationId xmlns:a16="http://schemas.microsoft.com/office/drawing/2014/main" id="{F58EC344-CBD9-11BC-201D-E1E1D48364AF}"/>
              </a:ext>
            </a:extLst>
          </p:cNvPr>
          <p:cNvSpPr txBox="1">
            <a:spLocks noGrp="1"/>
          </p:cNvSpPr>
          <p:nvPr>
            <p:ph type="title" hasCustomPrompt="1"/>
          </p:nvPr>
        </p:nvSpPr>
        <p:spPr>
          <a:xfrm>
            <a:off x="1185698" y="462976"/>
            <a:ext cx="3322413"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Agenda</a:t>
            </a:r>
            <a:endParaRPr/>
          </a:p>
        </p:txBody>
      </p:sp>
      <p:pic>
        <p:nvPicPr>
          <p:cNvPr id="25" name="Graphic 24">
            <a:extLst>
              <a:ext uri="{FF2B5EF4-FFF2-40B4-BE49-F238E27FC236}">
                <a16:creationId xmlns:a16="http://schemas.microsoft.com/office/drawing/2014/main" id="{CAD70370-529C-AB08-D974-788D40274038}"/>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1" y="238990"/>
            <a:ext cx="572666" cy="629931"/>
          </a:xfrm>
          <a:prstGeom prst="rect">
            <a:avLst/>
          </a:prstGeom>
        </p:spPr>
      </p:pic>
      <p:sp>
        <p:nvSpPr>
          <p:cNvPr id="2" name="Google Shape;22;p26">
            <a:extLst>
              <a:ext uri="{FF2B5EF4-FFF2-40B4-BE49-F238E27FC236}">
                <a16:creationId xmlns:a16="http://schemas.microsoft.com/office/drawing/2014/main" id="{9A8133DD-84D2-D748-0ABC-BF6ED0DADA49}"/>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6" name="Google Shape;21;p33">
            <a:extLst>
              <a:ext uri="{FF2B5EF4-FFF2-40B4-BE49-F238E27FC236}">
                <a16:creationId xmlns:a16="http://schemas.microsoft.com/office/drawing/2014/main" id="{FC1FB6F3-18DD-A2B2-69C1-9A8C82F7FFA8}"/>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a:solidFill>
                <a:srgbClr val="BABABA"/>
              </a:solidFill>
            </a:endParaRPr>
          </a:p>
        </p:txBody>
      </p:sp>
      <p:sp>
        <p:nvSpPr>
          <p:cNvPr id="4" name="Picture Placeholder 7">
            <a:extLst>
              <a:ext uri="{FF2B5EF4-FFF2-40B4-BE49-F238E27FC236}">
                <a16:creationId xmlns:a16="http://schemas.microsoft.com/office/drawing/2014/main" id="{C47BC8DF-0544-72F7-079D-7D37B6655FB2}"/>
              </a:ext>
            </a:extLst>
          </p:cNvPr>
          <p:cNvSpPr>
            <a:spLocks noGrp="1"/>
          </p:cNvSpPr>
          <p:nvPr>
            <p:ph type="pic" sz="quarter" idx="10"/>
          </p:nvPr>
        </p:nvSpPr>
        <p:spPr>
          <a:xfrm>
            <a:off x="6096000" y="0"/>
            <a:ext cx="6096000" cy="6858000"/>
          </a:xfrm>
        </p:spPr>
        <p:txBody>
          <a:bodyPr/>
          <a:lstStyle/>
          <a:p>
            <a:endParaRPr lang="en-IN"/>
          </a:p>
        </p:txBody>
      </p:sp>
    </p:spTree>
    <p:extLst>
      <p:ext uri="{BB962C8B-B14F-4D97-AF65-F5344CB8AC3E}">
        <p14:creationId xmlns:p14="http://schemas.microsoft.com/office/powerpoint/2010/main" val="832729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Break Slide 2">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DCCB0F4C-3F26-BA7E-616F-A197B95C390C}"/>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2" name="Google Shape;41;p28">
            <a:extLst>
              <a:ext uri="{FF2B5EF4-FFF2-40B4-BE49-F238E27FC236}">
                <a16:creationId xmlns:a16="http://schemas.microsoft.com/office/drawing/2014/main" id="{53BD9F75-D4D5-1671-69E7-8827B8F0E17C}"/>
              </a:ext>
            </a:extLst>
          </p:cNvPr>
          <p:cNvSpPr txBox="1">
            <a:spLocks noGrp="1"/>
          </p:cNvSpPr>
          <p:nvPr>
            <p:ph type="title" hasCustomPrompt="1"/>
          </p:nvPr>
        </p:nvSpPr>
        <p:spPr>
          <a:xfrm>
            <a:off x="910210" y="2284470"/>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Break Slide</a:t>
            </a:r>
            <a:endParaRPr/>
          </a:p>
        </p:txBody>
      </p:sp>
      <p:sp>
        <p:nvSpPr>
          <p:cNvPr id="6" name="Google Shape;24;p26">
            <a:extLst>
              <a:ext uri="{FF2B5EF4-FFF2-40B4-BE49-F238E27FC236}">
                <a16:creationId xmlns:a16="http://schemas.microsoft.com/office/drawing/2014/main" id="{45B6F066-7027-6C8D-88C9-A63310804D1F}"/>
              </a:ext>
            </a:extLst>
          </p:cNvPr>
          <p:cNvSpPr txBox="1">
            <a:spLocks noGrp="1"/>
          </p:cNvSpPr>
          <p:nvPr>
            <p:ph type="body" idx="2" hasCustomPrompt="1"/>
          </p:nvPr>
        </p:nvSpPr>
        <p:spPr>
          <a:xfrm>
            <a:off x="910210" y="421420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1"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Part Two</a:t>
            </a:r>
          </a:p>
        </p:txBody>
      </p:sp>
      <p:cxnSp>
        <p:nvCxnSpPr>
          <p:cNvPr id="9" name="Straight Connector 8">
            <a:extLst>
              <a:ext uri="{FF2B5EF4-FFF2-40B4-BE49-F238E27FC236}">
                <a16:creationId xmlns:a16="http://schemas.microsoft.com/office/drawing/2014/main" id="{0BF47ABB-BAA1-ED1A-C2CB-08A5AD2BF2C4}"/>
              </a:ext>
            </a:extLst>
          </p:cNvPr>
          <p:cNvCxnSpPr/>
          <p:nvPr userDrawn="1"/>
        </p:nvCxnSpPr>
        <p:spPr>
          <a:xfrm>
            <a:off x="910210" y="4109292"/>
            <a:ext cx="400463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7" name="Google Shape;22;p26">
            <a:extLst>
              <a:ext uri="{FF2B5EF4-FFF2-40B4-BE49-F238E27FC236}">
                <a16:creationId xmlns:a16="http://schemas.microsoft.com/office/drawing/2014/main" id="{B4F2EE16-3133-4741-9B83-27EEFFB40CB7}"/>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11" name="Google Shape;21;p33">
            <a:extLst>
              <a:ext uri="{FF2B5EF4-FFF2-40B4-BE49-F238E27FC236}">
                <a16:creationId xmlns:a16="http://schemas.microsoft.com/office/drawing/2014/main" id="{4EF2AD72-C585-8DFC-D8C6-7C66CF850725}"/>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a:solidFill>
                <a:srgbClr val="BABABA"/>
              </a:solidFill>
            </a:endParaRPr>
          </a:p>
        </p:txBody>
      </p:sp>
    </p:spTree>
    <p:extLst>
      <p:ext uri="{BB962C8B-B14F-4D97-AF65-F5344CB8AC3E}">
        <p14:creationId xmlns:p14="http://schemas.microsoft.com/office/powerpoint/2010/main" val="16245478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Break Slide 2">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7782AB7-F991-DB56-558C-B246AABA84E3}"/>
              </a:ext>
            </a:extLst>
          </p:cNvPr>
          <p:cNvSpPr>
            <a:spLocks noGrp="1"/>
          </p:cNvSpPr>
          <p:nvPr>
            <p:ph type="pic" sz="quarter" idx="10"/>
          </p:nvPr>
        </p:nvSpPr>
        <p:spPr>
          <a:xfrm>
            <a:off x="0" y="-1"/>
            <a:ext cx="12190413" cy="6858001"/>
          </a:xfrm>
        </p:spPr>
        <p:txBody>
          <a:bodyPr/>
          <a:lstStyle/>
          <a:p>
            <a:endParaRPr lang="en-IN"/>
          </a:p>
        </p:txBody>
      </p:sp>
      <p:pic>
        <p:nvPicPr>
          <p:cNvPr id="3" name="Graphic 2">
            <a:extLst>
              <a:ext uri="{FF2B5EF4-FFF2-40B4-BE49-F238E27FC236}">
                <a16:creationId xmlns:a16="http://schemas.microsoft.com/office/drawing/2014/main" id="{DCCB0F4C-3F26-BA7E-616F-A197B95C390C}"/>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4" name="Google Shape;41;p28">
            <a:extLst>
              <a:ext uri="{FF2B5EF4-FFF2-40B4-BE49-F238E27FC236}">
                <a16:creationId xmlns:a16="http://schemas.microsoft.com/office/drawing/2014/main" id="{E0A28E8E-74E7-8041-0258-301147A1B7AF}"/>
              </a:ext>
            </a:extLst>
          </p:cNvPr>
          <p:cNvSpPr txBox="1">
            <a:spLocks noGrp="1"/>
          </p:cNvSpPr>
          <p:nvPr>
            <p:ph type="title" hasCustomPrompt="1"/>
          </p:nvPr>
        </p:nvSpPr>
        <p:spPr>
          <a:xfrm>
            <a:off x="910210" y="2284470"/>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Break Slide</a:t>
            </a:r>
            <a:endParaRPr/>
          </a:p>
        </p:txBody>
      </p:sp>
      <p:sp>
        <p:nvSpPr>
          <p:cNvPr id="15" name="Google Shape;24;p26">
            <a:extLst>
              <a:ext uri="{FF2B5EF4-FFF2-40B4-BE49-F238E27FC236}">
                <a16:creationId xmlns:a16="http://schemas.microsoft.com/office/drawing/2014/main" id="{6A0C8B14-2FB7-5C89-EE4F-E5ABCD33044F}"/>
              </a:ext>
            </a:extLst>
          </p:cNvPr>
          <p:cNvSpPr txBox="1">
            <a:spLocks noGrp="1"/>
          </p:cNvSpPr>
          <p:nvPr>
            <p:ph type="body" idx="2" hasCustomPrompt="1"/>
          </p:nvPr>
        </p:nvSpPr>
        <p:spPr>
          <a:xfrm>
            <a:off x="910210" y="421420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1"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Part Two</a:t>
            </a:r>
          </a:p>
        </p:txBody>
      </p:sp>
      <p:cxnSp>
        <p:nvCxnSpPr>
          <p:cNvPr id="16" name="Straight Connector 15">
            <a:extLst>
              <a:ext uri="{FF2B5EF4-FFF2-40B4-BE49-F238E27FC236}">
                <a16:creationId xmlns:a16="http://schemas.microsoft.com/office/drawing/2014/main" id="{996DFDB4-8792-0DBC-A28F-B978788E0872}"/>
              </a:ext>
            </a:extLst>
          </p:cNvPr>
          <p:cNvCxnSpPr/>
          <p:nvPr userDrawn="1"/>
        </p:nvCxnSpPr>
        <p:spPr>
          <a:xfrm>
            <a:off x="910210" y="4109292"/>
            <a:ext cx="400463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 name="Google Shape;22;p26">
            <a:extLst>
              <a:ext uri="{FF2B5EF4-FFF2-40B4-BE49-F238E27FC236}">
                <a16:creationId xmlns:a16="http://schemas.microsoft.com/office/drawing/2014/main" id="{02322672-9E18-DF0D-FB66-4A5EF7EA94CD}"/>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7" name="Google Shape;21;p33">
            <a:extLst>
              <a:ext uri="{FF2B5EF4-FFF2-40B4-BE49-F238E27FC236}">
                <a16:creationId xmlns:a16="http://schemas.microsoft.com/office/drawing/2014/main" id="{1B33AA57-A469-D3D7-512B-6C47E0FF7CC8}"/>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a:solidFill>
                <a:srgbClr val="BABABA"/>
              </a:solidFill>
            </a:endParaRPr>
          </a:p>
        </p:txBody>
      </p:sp>
    </p:spTree>
    <p:extLst>
      <p:ext uri="{BB962C8B-B14F-4D97-AF65-F5344CB8AC3E}">
        <p14:creationId xmlns:p14="http://schemas.microsoft.com/office/powerpoint/2010/main" val="167951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Break Slide 2">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0B73F427-C17E-4D6F-5482-048D53CC5F09}"/>
              </a:ext>
            </a:extLst>
          </p:cNvPr>
          <p:cNvSpPr>
            <a:spLocks noGrp="1"/>
          </p:cNvSpPr>
          <p:nvPr>
            <p:ph type="pic" sz="quarter" idx="10"/>
          </p:nvPr>
        </p:nvSpPr>
        <p:spPr>
          <a:xfrm>
            <a:off x="0" y="-1"/>
            <a:ext cx="12190413" cy="6858001"/>
          </a:xfrm>
        </p:spPr>
        <p:txBody>
          <a:bodyPr/>
          <a:lstStyle/>
          <a:p>
            <a:endParaRPr lang="en-IN"/>
          </a:p>
        </p:txBody>
      </p:sp>
      <p:pic>
        <p:nvPicPr>
          <p:cNvPr id="3" name="Graphic 2">
            <a:extLst>
              <a:ext uri="{FF2B5EF4-FFF2-40B4-BE49-F238E27FC236}">
                <a16:creationId xmlns:a16="http://schemas.microsoft.com/office/drawing/2014/main" id="{DCCB0F4C-3F26-BA7E-616F-A197B95C390C}"/>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2" name="Google Shape;41;p28">
            <a:extLst>
              <a:ext uri="{FF2B5EF4-FFF2-40B4-BE49-F238E27FC236}">
                <a16:creationId xmlns:a16="http://schemas.microsoft.com/office/drawing/2014/main" id="{B1824BAF-E3BC-FBA5-DE07-555B0B0D068C}"/>
              </a:ext>
            </a:extLst>
          </p:cNvPr>
          <p:cNvSpPr txBox="1">
            <a:spLocks noGrp="1"/>
          </p:cNvSpPr>
          <p:nvPr>
            <p:ph type="title" hasCustomPrompt="1"/>
          </p:nvPr>
        </p:nvSpPr>
        <p:spPr>
          <a:xfrm>
            <a:off x="910210" y="2284470"/>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Break Slide</a:t>
            </a:r>
            <a:endParaRPr/>
          </a:p>
        </p:txBody>
      </p:sp>
      <p:sp>
        <p:nvSpPr>
          <p:cNvPr id="6" name="Google Shape;24;p26">
            <a:extLst>
              <a:ext uri="{FF2B5EF4-FFF2-40B4-BE49-F238E27FC236}">
                <a16:creationId xmlns:a16="http://schemas.microsoft.com/office/drawing/2014/main" id="{1464962D-83C2-E7E0-2178-08E7E3B6CD6F}"/>
              </a:ext>
            </a:extLst>
          </p:cNvPr>
          <p:cNvSpPr txBox="1">
            <a:spLocks noGrp="1"/>
          </p:cNvSpPr>
          <p:nvPr>
            <p:ph type="body" idx="2" hasCustomPrompt="1"/>
          </p:nvPr>
        </p:nvSpPr>
        <p:spPr>
          <a:xfrm>
            <a:off x="910210" y="421420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1"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Part Two</a:t>
            </a:r>
          </a:p>
        </p:txBody>
      </p:sp>
      <p:cxnSp>
        <p:nvCxnSpPr>
          <p:cNvPr id="9" name="Straight Connector 8">
            <a:extLst>
              <a:ext uri="{FF2B5EF4-FFF2-40B4-BE49-F238E27FC236}">
                <a16:creationId xmlns:a16="http://schemas.microsoft.com/office/drawing/2014/main" id="{09328822-9300-A4BD-ACAF-5720BD7EC96B}"/>
              </a:ext>
            </a:extLst>
          </p:cNvPr>
          <p:cNvCxnSpPr/>
          <p:nvPr userDrawn="1"/>
        </p:nvCxnSpPr>
        <p:spPr>
          <a:xfrm>
            <a:off x="910210" y="4109292"/>
            <a:ext cx="400463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7" name="Google Shape;22;p26">
            <a:extLst>
              <a:ext uri="{FF2B5EF4-FFF2-40B4-BE49-F238E27FC236}">
                <a16:creationId xmlns:a16="http://schemas.microsoft.com/office/drawing/2014/main" id="{C7D9C8D9-D5F1-B8CB-545C-C5AD77328BE6}"/>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11" name="Google Shape;21;p33">
            <a:extLst>
              <a:ext uri="{FF2B5EF4-FFF2-40B4-BE49-F238E27FC236}">
                <a16:creationId xmlns:a16="http://schemas.microsoft.com/office/drawing/2014/main" id="{84D80696-78E7-2436-F44C-882FFC1FBFDB}"/>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a:solidFill>
                <a:srgbClr val="BABABA"/>
              </a:solidFill>
            </a:endParaRPr>
          </a:p>
        </p:txBody>
      </p:sp>
    </p:spTree>
    <p:extLst>
      <p:ext uri="{BB962C8B-B14F-4D97-AF65-F5344CB8AC3E}">
        <p14:creationId xmlns:p14="http://schemas.microsoft.com/office/powerpoint/2010/main" val="1816811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Content with Subtitle 2">
    <p:bg>
      <p:bgPr>
        <a:solidFill>
          <a:schemeClr val="tx1"/>
        </a:solidFill>
        <a:effectLst/>
      </p:bgPr>
    </p:bg>
    <p:spTree>
      <p:nvGrpSpPr>
        <p:cNvPr id="1" name=""/>
        <p:cNvGrpSpPr/>
        <p:nvPr/>
      </p:nvGrpSpPr>
      <p:grpSpPr>
        <a:xfrm>
          <a:off x="0" y="0"/>
          <a:ext cx="0" cy="0"/>
          <a:chOff x="0" y="0"/>
          <a:chExt cx="0" cy="0"/>
        </a:xfrm>
      </p:grpSpPr>
      <p:sp>
        <p:nvSpPr>
          <p:cNvPr id="4" name="Google Shape;24;p26">
            <a:extLst>
              <a:ext uri="{FF2B5EF4-FFF2-40B4-BE49-F238E27FC236}">
                <a16:creationId xmlns:a16="http://schemas.microsoft.com/office/drawing/2014/main" id="{7D928B5C-F90E-335F-FF83-2AE5D6633DE6}"/>
              </a:ext>
            </a:extLst>
          </p:cNvPr>
          <p:cNvSpPr txBox="1">
            <a:spLocks noGrp="1"/>
          </p:cNvSpPr>
          <p:nvPr>
            <p:ph type="body" idx="2" hasCustomPrompt="1"/>
          </p:nvPr>
        </p:nvSpPr>
        <p:spPr>
          <a:xfrm>
            <a:off x="993896" y="1055697"/>
            <a:ext cx="9256696" cy="696261"/>
          </a:xfrm>
          <a:prstGeom prst="rect">
            <a:avLst/>
          </a:prstGeom>
          <a:noFill/>
          <a:ln>
            <a:noFill/>
          </a:ln>
        </p:spPr>
        <p:txBody>
          <a:bodyPr spcFirstLastPara="1" wrap="square" lIns="0" tIns="0" rIns="0" bIns="0" anchor="t" anchorCtr="0">
            <a:noAutofit/>
          </a:bodyPr>
          <a:lstStyle>
            <a:lvl1pPr marL="0" lvl="0" indent="0" algn="l">
              <a:lnSpc>
                <a:spcPct val="90000"/>
              </a:lnSpc>
              <a:spcBef>
                <a:spcPts val="0"/>
              </a:spcBef>
              <a:spcAft>
                <a:spcPts val="0"/>
              </a:spcAft>
              <a:buSzPts val="1400"/>
              <a:buFont typeface="Arial" panose="020B0604020202020204" pitchFamily="34" charset="0"/>
              <a:buNone/>
              <a:defRPr lang="en-GB" sz="2400" b="1" i="0" kern="1200" spc="0" dirty="0">
                <a:solidFill>
                  <a:schemeClr val="bg1"/>
                </a:solidFill>
                <a:latin typeface="Funnel Sans" pitchFamily="2" charset="0"/>
                <a:ea typeface="+mn-ea"/>
                <a:cs typeface="+mn-cs"/>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Subheads are larger than body copy and can drop over multiple lines, and are helpful to take the strain off the big headline.</a:t>
            </a:r>
          </a:p>
        </p:txBody>
      </p:sp>
      <p:sp>
        <p:nvSpPr>
          <p:cNvPr id="7" name="Text Placeholder 29">
            <a:extLst>
              <a:ext uri="{FF2B5EF4-FFF2-40B4-BE49-F238E27FC236}">
                <a16:creationId xmlns:a16="http://schemas.microsoft.com/office/drawing/2014/main" id="{46482378-AECD-3D9B-EAD3-584511C7220A}"/>
              </a:ext>
            </a:extLst>
          </p:cNvPr>
          <p:cNvSpPr>
            <a:spLocks noGrp="1"/>
          </p:cNvSpPr>
          <p:nvPr>
            <p:ph type="body" sz="quarter" idx="12"/>
          </p:nvPr>
        </p:nvSpPr>
        <p:spPr>
          <a:xfrm>
            <a:off x="993896" y="1996574"/>
            <a:ext cx="4884274" cy="3805729"/>
          </a:xfrm>
        </p:spPr>
        <p:txBody>
          <a:bodyPr lIns="0" tIns="0" rIns="0" bIns="0">
            <a:normAutofit/>
          </a:bodyPr>
          <a:lstStyle>
            <a:lvl1pPr marL="0" indent="0">
              <a:lnSpc>
                <a:spcPct val="100000"/>
              </a:lnSpc>
              <a:spcBef>
                <a:spcPts val="1328"/>
              </a:spcBef>
              <a:spcAft>
                <a:spcPts val="0"/>
              </a:spcAft>
              <a:defRPr sz="1600" b="0" i="0" spc="0">
                <a:solidFill>
                  <a:schemeClr val="bg1"/>
                </a:solidFill>
                <a:latin typeface="Funnel Sans" pitchFamily="2" charset="0"/>
              </a:defRPr>
            </a:lvl1pPr>
            <a:lvl2pPr marL="216000" indent="-216000">
              <a:lnSpc>
                <a:spcPct val="100000"/>
              </a:lnSpc>
              <a:buFontTx/>
              <a:buBlip>
                <a:blip r:embed="rId2"/>
              </a:buBlip>
              <a:defRPr sz="1600" b="0" i="0">
                <a:solidFill>
                  <a:schemeClr val="bg1"/>
                </a:solidFill>
                <a:latin typeface="Funnel Sans" pitchFamily="2" charset="0"/>
              </a:defRPr>
            </a:lvl2pPr>
            <a:lvl3pPr marL="576000" indent="-217560">
              <a:lnSpc>
                <a:spcPct val="100000"/>
              </a:lnSpc>
              <a:buFontTx/>
              <a:buBlip>
                <a:blip r:embed="rId2"/>
              </a:buBlip>
              <a:defRPr sz="1400" b="0" i="0">
                <a:solidFill>
                  <a:schemeClr val="bg1"/>
                </a:solidFill>
                <a:latin typeface="Funnel Sans" pitchFamily="2" charset="0"/>
              </a:defRPr>
            </a:lvl3pPr>
            <a:lvl4pPr marL="936000" indent="-216000">
              <a:lnSpc>
                <a:spcPct val="100000"/>
              </a:lnSpc>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29">
            <a:extLst>
              <a:ext uri="{FF2B5EF4-FFF2-40B4-BE49-F238E27FC236}">
                <a16:creationId xmlns:a16="http://schemas.microsoft.com/office/drawing/2014/main" id="{D1E70E66-2D85-AF1C-EBE2-3897458CE370}"/>
              </a:ext>
            </a:extLst>
          </p:cNvPr>
          <p:cNvSpPr>
            <a:spLocks noGrp="1"/>
          </p:cNvSpPr>
          <p:nvPr>
            <p:ph type="body" sz="quarter" idx="14"/>
          </p:nvPr>
        </p:nvSpPr>
        <p:spPr>
          <a:xfrm>
            <a:off x="6096000" y="1996574"/>
            <a:ext cx="4884274" cy="3805729"/>
          </a:xfrm>
        </p:spPr>
        <p:txBody>
          <a:bodyPr lIns="0" tIns="0" rIns="0" bIns="0">
            <a:normAutofit/>
          </a:bodyPr>
          <a:lstStyle>
            <a:lvl1pPr marL="0" indent="0">
              <a:lnSpc>
                <a:spcPct val="100000"/>
              </a:lnSpc>
              <a:spcBef>
                <a:spcPts val="1328"/>
              </a:spcBef>
              <a:spcAft>
                <a:spcPts val="0"/>
              </a:spcAft>
              <a:defRPr sz="1600" b="0" i="0" spc="0">
                <a:solidFill>
                  <a:schemeClr val="bg1"/>
                </a:solidFill>
                <a:latin typeface="Funnel Sans" pitchFamily="2" charset="0"/>
              </a:defRPr>
            </a:lvl1pPr>
            <a:lvl2pPr marL="216000" indent="-216000">
              <a:lnSpc>
                <a:spcPct val="100000"/>
              </a:lnSpc>
              <a:buFontTx/>
              <a:buBlip>
                <a:blip r:embed="rId2"/>
              </a:buBlip>
              <a:defRPr sz="1600" b="0" i="0">
                <a:solidFill>
                  <a:schemeClr val="bg1"/>
                </a:solidFill>
                <a:latin typeface="Funnel Sans" pitchFamily="2" charset="0"/>
              </a:defRPr>
            </a:lvl2pPr>
            <a:lvl3pPr marL="576000" indent="-217560">
              <a:lnSpc>
                <a:spcPct val="100000"/>
              </a:lnSpc>
              <a:buFontTx/>
              <a:buBlip>
                <a:blip r:embed="rId2"/>
              </a:buBlip>
              <a:defRPr sz="1400" b="0" i="0">
                <a:solidFill>
                  <a:schemeClr val="bg1"/>
                </a:solidFill>
                <a:latin typeface="Funnel Sans" pitchFamily="2" charset="0"/>
              </a:defRPr>
            </a:lvl3pPr>
            <a:lvl4pPr marL="936000" indent="-216000">
              <a:lnSpc>
                <a:spcPct val="100000"/>
              </a:lnSpc>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3" name="Graphic 2">
            <a:extLst>
              <a:ext uri="{FF2B5EF4-FFF2-40B4-BE49-F238E27FC236}">
                <a16:creationId xmlns:a16="http://schemas.microsoft.com/office/drawing/2014/main" id="{A609A96A-8F24-9528-E836-E7DDD980E1D8}"/>
              </a:ext>
            </a:extLst>
          </p:cNvPr>
          <p:cNvPicPr>
            <a:picLocks noChangeAspect="1"/>
          </p:cNvPicPr>
          <p:nvPr userDrawn="1"/>
        </p:nvPicPr>
        <p:blipFill>
          <a:blip r:embed="rId3">
            <a:extLst>
              <a:ext uri="{96DAC541-7B7A-43D3-8B79-37D633B846F1}">
                <asvg:svgBlip xmlns:asvg="http://schemas.microsoft.com/office/drawing/2016/SVG/main" r:embed="rId4"/>
              </a:ext>
            </a:extLst>
          </a:blip>
          <a:srcRect l="8134" t="14156" r="57486" b="13360"/>
          <a:stretch/>
        </p:blipFill>
        <p:spPr>
          <a:xfrm>
            <a:off x="211950" y="238991"/>
            <a:ext cx="572667" cy="629932"/>
          </a:xfrm>
          <a:prstGeom prst="rect">
            <a:avLst/>
          </a:prstGeom>
        </p:spPr>
      </p:pic>
      <p:sp>
        <p:nvSpPr>
          <p:cNvPr id="14" name="Google Shape;18;p26">
            <a:extLst>
              <a:ext uri="{FF2B5EF4-FFF2-40B4-BE49-F238E27FC236}">
                <a16:creationId xmlns:a16="http://schemas.microsoft.com/office/drawing/2014/main" id="{5704D772-7781-1777-206A-5DE46FF7FD52}"/>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5" name="Google Shape;22;p26">
            <a:extLst>
              <a:ext uri="{FF2B5EF4-FFF2-40B4-BE49-F238E27FC236}">
                <a16:creationId xmlns:a16="http://schemas.microsoft.com/office/drawing/2014/main" id="{58F683C0-0370-BE33-97F1-6342A172CA48}"/>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9" name="Google Shape;21;p33">
            <a:extLst>
              <a:ext uri="{FF2B5EF4-FFF2-40B4-BE49-F238E27FC236}">
                <a16:creationId xmlns:a16="http://schemas.microsoft.com/office/drawing/2014/main" id="{9DD421EE-A81C-E6F5-AFCC-40E69287AEAA}"/>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a:solidFill>
                <a:srgbClr val="BABABA"/>
              </a:solidFill>
            </a:endParaRPr>
          </a:p>
        </p:txBody>
      </p:sp>
    </p:spTree>
    <p:extLst>
      <p:ext uri="{BB962C8B-B14F-4D97-AF65-F5344CB8AC3E}">
        <p14:creationId xmlns:p14="http://schemas.microsoft.com/office/powerpoint/2010/main" val="31379134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Content with Subtitle 2">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3BCCADD6-476E-2605-EFDA-DA987E981A7D}"/>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0" name="Google Shape;18;p26">
            <a:extLst>
              <a:ext uri="{FF2B5EF4-FFF2-40B4-BE49-F238E27FC236}">
                <a16:creationId xmlns:a16="http://schemas.microsoft.com/office/drawing/2014/main" id="{5B750E74-6C9A-AC48-B2A3-B2649BE34D6A}"/>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23D58D9C-E749-0648-D647-46FA39F8A49F}"/>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5" name="Google Shape;21;p33">
            <a:extLst>
              <a:ext uri="{FF2B5EF4-FFF2-40B4-BE49-F238E27FC236}">
                <a16:creationId xmlns:a16="http://schemas.microsoft.com/office/drawing/2014/main" id="{01CCE6EA-2C40-085B-42D0-470AD6819204}"/>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a:solidFill>
                <a:srgbClr val="BABABA"/>
              </a:solidFill>
            </a:endParaRPr>
          </a:p>
        </p:txBody>
      </p:sp>
    </p:spTree>
    <p:extLst>
      <p:ext uri="{BB962C8B-B14F-4D97-AF65-F5344CB8AC3E}">
        <p14:creationId xmlns:p14="http://schemas.microsoft.com/office/powerpoint/2010/main" val="7772635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Title Content with Subtitle 2">
    <p:bg>
      <p:bgPr>
        <a:solidFill>
          <a:schemeClr val="bg1"/>
        </a:solidFill>
        <a:effectLst/>
      </p:bgPr>
    </p:bg>
    <p:spTree>
      <p:nvGrpSpPr>
        <p:cNvPr id="1" name=""/>
        <p:cNvGrpSpPr/>
        <p:nvPr/>
      </p:nvGrpSpPr>
      <p:grpSpPr>
        <a:xfrm>
          <a:off x="0" y="0"/>
          <a:ext cx="0" cy="0"/>
          <a:chOff x="0" y="0"/>
          <a:chExt cx="0" cy="0"/>
        </a:xfrm>
      </p:grpSpPr>
      <p:sp>
        <p:nvSpPr>
          <p:cNvPr id="5" name="Google Shape;18;p26">
            <a:extLst>
              <a:ext uri="{FF2B5EF4-FFF2-40B4-BE49-F238E27FC236}">
                <a16:creationId xmlns:a16="http://schemas.microsoft.com/office/drawing/2014/main" id="{6FB866B6-19E4-7F2A-E9EF-9900570367EF}"/>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Tree>
    <p:extLst>
      <p:ext uri="{BB962C8B-B14F-4D97-AF65-F5344CB8AC3E}">
        <p14:creationId xmlns:p14="http://schemas.microsoft.com/office/powerpoint/2010/main" val="123919436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3_Title Content with Subtitle 2">
    <p:bg>
      <p:bgPr>
        <a:solidFill>
          <a:schemeClr val="bg1"/>
        </a:solidFill>
        <a:effectLst/>
      </p:bgPr>
    </p:bg>
    <p:spTree>
      <p:nvGrpSpPr>
        <p:cNvPr id="1" name=""/>
        <p:cNvGrpSpPr/>
        <p:nvPr/>
      </p:nvGrpSpPr>
      <p:grpSpPr>
        <a:xfrm>
          <a:off x="0" y="0"/>
          <a:ext cx="0" cy="0"/>
          <a:chOff x="0" y="0"/>
          <a:chExt cx="0" cy="0"/>
        </a:xfrm>
      </p:grpSpPr>
      <p:sp>
        <p:nvSpPr>
          <p:cNvPr id="12" name="Freeform: Shape 130">
            <a:extLst>
              <a:ext uri="{FF2B5EF4-FFF2-40B4-BE49-F238E27FC236}">
                <a16:creationId xmlns:a16="http://schemas.microsoft.com/office/drawing/2014/main" id="{5F949667-2402-5FFC-4567-8B9F56EF1DF4}"/>
              </a:ext>
            </a:extLst>
          </p:cNvPr>
          <p:cNvSpPr/>
          <p:nvPr userDrawn="1"/>
        </p:nvSpPr>
        <p:spPr>
          <a:xfrm>
            <a:off x="1590868" y="4719911"/>
            <a:ext cx="3597782" cy="1573340"/>
          </a:xfrm>
          <a:custGeom>
            <a:avLst/>
            <a:gdLst>
              <a:gd name="connsiteX0" fmla="*/ 262229 w 3597782"/>
              <a:gd name="connsiteY0" fmla="*/ 0 h 1573340"/>
              <a:gd name="connsiteX1" fmla="*/ 3335553 w 3597782"/>
              <a:gd name="connsiteY1" fmla="*/ 0 h 1573340"/>
              <a:gd name="connsiteX2" fmla="*/ 3597782 w 3597782"/>
              <a:gd name="connsiteY2" fmla="*/ 262229 h 1573340"/>
              <a:gd name="connsiteX3" fmla="*/ 3597782 w 3597782"/>
              <a:gd name="connsiteY3" fmla="*/ 1311111 h 1573340"/>
              <a:gd name="connsiteX4" fmla="*/ 3335553 w 3597782"/>
              <a:gd name="connsiteY4" fmla="*/ 1573340 h 1573340"/>
              <a:gd name="connsiteX5" fmla="*/ 262229 w 3597782"/>
              <a:gd name="connsiteY5" fmla="*/ 1573340 h 1573340"/>
              <a:gd name="connsiteX6" fmla="*/ 0 w 3597782"/>
              <a:gd name="connsiteY6" fmla="*/ 1311111 h 1573340"/>
              <a:gd name="connsiteX7" fmla="*/ 0 w 3597782"/>
              <a:gd name="connsiteY7" fmla="*/ 1164712 h 1573340"/>
              <a:gd name="connsiteX8" fmla="*/ 29290 w 3597782"/>
              <a:gd name="connsiteY8" fmla="*/ 1161760 h 1573340"/>
              <a:gd name="connsiteX9" fmla="*/ 334997 w 3597782"/>
              <a:gd name="connsiteY9" fmla="*/ 786670 h 1573340"/>
              <a:gd name="connsiteX10" fmla="*/ 29290 w 3597782"/>
              <a:gd name="connsiteY10" fmla="*/ 411581 h 1573340"/>
              <a:gd name="connsiteX11" fmla="*/ 0 w 3597782"/>
              <a:gd name="connsiteY11" fmla="*/ 408628 h 1573340"/>
              <a:gd name="connsiteX12" fmla="*/ 0 w 3597782"/>
              <a:gd name="connsiteY12" fmla="*/ 262229 h 1573340"/>
              <a:gd name="connsiteX13" fmla="*/ 262229 w 3597782"/>
              <a:gd name="connsiteY13" fmla="*/ 0 h 157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97782" h="1573340">
                <a:moveTo>
                  <a:pt x="262229" y="0"/>
                </a:moveTo>
                <a:lnTo>
                  <a:pt x="3335553" y="0"/>
                </a:lnTo>
                <a:cubicBezTo>
                  <a:pt x="3480378" y="0"/>
                  <a:pt x="3597782" y="117404"/>
                  <a:pt x="3597782" y="262229"/>
                </a:cubicBezTo>
                <a:lnTo>
                  <a:pt x="3597782" y="1311111"/>
                </a:lnTo>
                <a:cubicBezTo>
                  <a:pt x="3597782" y="1455936"/>
                  <a:pt x="3480378" y="1573340"/>
                  <a:pt x="3335553" y="1573340"/>
                </a:cubicBezTo>
                <a:lnTo>
                  <a:pt x="262229" y="1573340"/>
                </a:lnTo>
                <a:cubicBezTo>
                  <a:pt x="117404" y="1573340"/>
                  <a:pt x="0" y="1455936"/>
                  <a:pt x="0" y="1311111"/>
                </a:cubicBezTo>
                <a:lnTo>
                  <a:pt x="0" y="1164712"/>
                </a:lnTo>
                <a:lnTo>
                  <a:pt x="29290" y="1161760"/>
                </a:lnTo>
                <a:cubicBezTo>
                  <a:pt x="203757" y="1126059"/>
                  <a:pt x="334997" y="971691"/>
                  <a:pt x="334997" y="786670"/>
                </a:cubicBezTo>
                <a:cubicBezTo>
                  <a:pt x="334997" y="601650"/>
                  <a:pt x="203757" y="447282"/>
                  <a:pt x="29290" y="411581"/>
                </a:cubicBezTo>
                <a:lnTo>
                  <a:pt x="0" y="408628"/>
                </a:lnTo>
                <a:lnTo>
                  <a:pt x="0" y="262229"/>
                </a:lnTo>
                <a:cubicBezTo>
                  <a:pt x="0" y="117404"/>
                  <a:pt x="117404" y="0"/>
                  <a:pt x="262229" y="0"/>
                </a:cubicBezTo>
                <a:close/>
              </a:path>
            </a:pathLst>
          </a:custGeom>
          <a:noFill/>
          <a:ln w="63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a:solidFill>
                <a:schemeClr val="tx1"/>
              </a:solidFill>
            </a:endParaRPr>
          </a:p>
        </p:txBody>
      </p:sp>
      <p:sp>
        <p:nvSpPr>
          <p:cNvPr id="18" name="Oval 17">
            <a:extLst>
              <a:ext uri="{FF2B5EF4-FFF2-40B4-BE49-F238E27FC236}">
                <a16:creationId xmlns:a16="http://schemas.microsoft.com/office/drawing/2014/main" id="{B3C82A2B-A5F6-055D-8F52-1CD70F6F010B}"/>
              </a:ext>
            </a:extLst>
          </p:cNvPr>
          <p:cNvSpPr/>
          <p:nvPr userDrawn="1"/>
        </p:nvSpPr>
        <p:spPr>
          <a:xfrm>
            <a:off x="1174811" y="5093702"/>
            <a:ext cx="825758" cy="825758"/>
          </a:xfrm>
          <a:prstGeom prst="ellipse">
            <a:avLst/>
          </a:prstGeom>
          <a:solidFill>
            <a:schemeClr val="bg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Freeform: Shape 125">
            <a:extLst>
              <a:ext uri="{FF2B5EF4-FFF2-40B4-BE49-F238E27FC236}">
                <a16:creationId xmlns:a16="http://schemas.microsoft.com/office/drawing/2014/main" id="{6FDD0FF0-61D3-3751-CFD6-F195F4DD1CC5}"/>
              </a:ext>
            </a:extLst>
          </p:cNvPr>
          <p:cNvSpPr/>
          <p:nvPr userDrawn="1"/>
        </p:nvSpPr>
        <p:spPr>
          <a:xfrm>
            <a:off x="1590868" y="2974991"/>
            <a:ext cx="3597782" cy="1573340"/>
          </a:xfrm>
          <a:custGeom>
            <a:avLst/>
            <a:gdLst>
              <a:gd name="connsiteX0" fmla="*/ 262229 w 3597782"/>
              <a:gd name="connsiteY0" fmla="*/ 0 h 1573340"/>
              <a:gd name="connsiteX1" fmla="*/ 3335553 w 3597782"/>
              <a:gd name="connsiteY1" fmla="*/ 0 h 1573340"/>
              <a:gd name="connsiteX2" fmla="*/ 3597782 w 3597782"/>
              <a:gd name="connsiteY2" fmla="*/ 262229 h 1573340"/>
              <a:gd name="connsiteX3" fmla="*/ 3597782 w 3597782"/>
              <a:gd name="connsiteY3" fmla="*/ 1311111 h 1573340"/>
              <a:gd name="connsiteX4" fmla="*/ 3335553 w 3597782"/>
              <a:gd name="connsiteY4" fmla="*/ 1573340 h 1573340"/>
              <a:gd name="connsiteX5" fmla="*/ 262229 w 3597782"/>
              <a:gd name="connsiteY5" fmla="*/ 1573340 h 1573340"/>
              <a:gd name="connsiteX6" fmla="*/ 0 w 3597782"/>
              <a:gd name="connsiteY6" fmla="*/ 1311111 h 1573340"/>
              <a:gd name="connsiteX7" fmla="*/ 0 w 3597782"/>
              <a:gd name="connsiteY7" fmla="*/ 1164712 h 1573340"/>
              <a:gd name="connsiteX8" fmla="*/ 29290 w 3597782"/>
              <a:gd name="connsiteY8" fmla="*/ 1161760 h 1573340"/>
              <a:gd name="connsiteX9" fmla="*/ 334997 w 3597782"/>
              <a:gd name="connsiteY9" fmla="*/ 786670 h 1573340"/>
              <a:gd name="connsiteX10" fmla="*/ 29290 w 3597782"/>
              <a:gd name="connsiteY10" fmla="*/ 411581 h 1573340"/>
              <a:gd name="connsiteX11" fmla="*/ 0 w 3597782"/>
              <a:gd name="connsiteY11" fmla="*/ 408628 h 1573340"/>
              <a:gd name="connsiteX12" fmla="*/ 0 w 3597782"/>
              <a:gd name="connsiteY12" fmla="*/ 262229 h 1573340"/>
              <a:gd name="connsiteX13" fmla="*/ 262229 w 3597782"/>
              <a:gd name="connsiteY13" fmla="*/ 0 h 157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97782" h="1573340">
                <a:moveTo>
                  <a:pt x="262229" y="0"/>
                </a:moveTo>
                <a:lnTo>
                  <a:pt x="3335553" y="0"/>
                </a:lnTo>
                <a:cubicBezTo>
                  <a:pt x="3480378" y="0"/>
                  <a:pt x="3597782" y="117404"/>
                  <a:pt x="3597782" y="262229"/>
                </a:cubicBezTo>
                <a:lnTo>
                  <a:pt x="3597782" y="1311111"/>
                </a:lnTo>
                <a:cubicBezTo>
                  <a:pt x="3597782" y="1455936"/>
                  <a:pt x="3480378" y="1573340"/>
                  <a:pt x="3335553" y="1573340"/>
                </a:cubicBezTo>
                <a:lnTo>
                  <a:pt x="262229" y="1573340"/>
                </a:lnTo>
                <a:cubicBezTo>
                  <a:pt x="117404" y="1573340"/>
                  <a:pt x="0" y="1455936"/>
                  <a:pt x="0" y="1311111"/>
                </a:cubicBezTo>
                <a:lnTo>
                  <a:pt x="0" y="1164712"/>
                </a:lnTo>
                <a:lnTo>
                  <a:pt x="29290" y="1161760"/>
                </a:lnTo>
                <a:cubicBezTo>
                  <a:pt x="203757" y="1126059"/>
                  <a:pt x="334997" y="971691"/>
                  <a:pt x="334997" y="786670"/>
                </a:cubicBezTo>
                <a:cubicBezTo>
                  <a:pt x="334997" y="601650"/>
                  <a:pt x="203757" y="447282"/>
                  <a:pt x="29290" y="411581"/>
                </a:cubicBezTo>
                <a:lnTo>
                  <a:pt x="0" y="408628"/>
                </a:lnTo>
                <a:lnTo>
                  <a:pt x="0" y="262229"/>
                </a:lnTo>
                <a:cubicBezTo>
                  <a:pt x="0" y="117404"/>
                  <a:pt x="117404" y="0"/>
                  <a:pt x="262229" y="0"/>
                </a:cubicBezTo>
                <a:close/>
              </a:path>
            </a:pathLst>
          </a:custGeom>
          <a:noFill/>
          <a:ln w="63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a:solidFill>
                <a:schemeClr val="tx1"/>
              </a:solidFill>
            </a:endParaRPr>
          </a:p>
        </p:txBody>
      </p:sp>
      <p:sp>
        <p:nvSpPr>
          <p:cNvPr id="17" name="Oval 16">
            <a:extLst>
              <a:ext uri="{FF2B5EF4-FFF2-40B4-BE49-F238E27FC236}">
                <a16:creationId xmlns:a16="http://schemas.microsoft.com/office/drawing/2014/main" id="{57E801A5-0F65-F1D1-B106-4405493A9ECE}"/>
              </a:ext>
            </a:extLst>
          </p:cNvPr>
          <p:cNvSpPr/>
          <p:nvPr userDrawn="1"/>
        </p:nvSpPr>
        <p:spPr>
          <a:xfrm>
            <a:off x="1180867" y="3343781"/>
            <a:ext cx="825758" cy="825758"/>
          </a:xfrm>
          <a:prstGeom prst="ellipse">
            <a:avLst/>
          </a:prstGeom>
          <a:solidFill>
            <a:schemeClr val="bg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Freeform: Shape 100">
            <a:extLst>
              <a:ext uri="{FF2B5EF4-FFF2-40B4-BE49-F238E27FC236}">
                <a16:creationId xmlns:a16="http://schemas.microsoft.com/office/drawing/2014/main" id="{7DAE44FF-B8BF-84C2-C22B-DE6C69A6813B}"/>
              </a:ext>
            </a:extLst>
          </p:cNvPr>
          <p:cNvSpPr/>
          <p:nvPr userDrawn="1"/>
        </p:nvSpPr>
        <p:spPr>
          <a:xfrm>
            <a:off x="1590868" y="1230071"/>
            <a:ext cx="3597782" cy="1573340"/>
          </a:xfrm>
          <a:custGeom>
            <a:avLst/>
            <a:gdLst>
              <a:gd name="connsiteX0" fmla="*/ 262229 w 3597782"/>
              <a:gd name="connsiteY0" fmla="*/ 0 h 1573340"/>
              <a:gd name="connsiteX1" fmla="*/ 3335553 w 3597782"/>
              <a:gd name="connsiteY1" fmla="*/ 0 h 1573340"/>
              <a:gd name="connsiteX2" fmla="*/ 3597782 w 3597782"/>
              <a:gd name="connsiteY2" fmla="*/ 262229 h 1573340"/>
              <a:gd name="connsiteX3" fmla="*/ 3597782 w 3597782"/>
              <a:gd name="connsiteY3" fmla="*/ 1311111 h 1573340"/>
              <a:gd name="connsiteX4" fmla="*/ 3335553 w 3597782"/>
              <a:gd name="connsiteY4" fmla="*/ 1573340 h 1573340"/>
              <a:gd name="connsiteX5" fmla="*/ 262229 w 3597782"/>
              <a:gd name="connsiteY5" fmla="*/ 1573340 h 1573340"/>
              <a:gd name="connsiteX6" fmla="*/ 0 w 3597782"/>
              <a:gd name="connsiteY6" fmla="*/ 1311111 h 1573340"/>
              <a:gd name="connsiteX7" fmla="*/ 0 w 3597782"/>
              <a:gd name="connsiteY7" fmla="*/ 1164712 h 1573340"/>
              <a:gd name="connsiteX8" fmla="*/ 29290 w 3597782"/>
              <a:gd name="connsiteY8" fmla="*/ 1161760 h 1573340"/>
              <a:gd name="connsiteX9" fmla="*/ 334997 w 3597782"/>
              <a:gd name="connsiteY9" fmla="*/ 786670 h 1573340"/>
              <a:gd name="connsiteX10" fmla="*/ 29290 w 3597782"/>
              <a:gd name="connsiteY10" fmla="*/ 411581 h 1573340"/>
              <a:gd name="connsiteX11" fmla="*/ 0 w 3597782"/>
              <a:gd name="connsiteY11" fmla="*/ 408628 h 1573340"/>
              <a:gd name="connsiteX12" fmla="*/ 0 w 3597782"/>
              <a:gd name="connsiteY12" fmla="*/ 262229 h 1573340"/>
              <a:gd name="connsiteX13" fmla="*/ 262229 w 3597782"/>
              <a:gd name="connsiteY13" fmla="*/ 0 h 157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97782" h="1573340">
                <a:moveTo>
                  <a:pt x="262229" y="0"/>
                </a:moveTo>
                <a:lnTo>
                  <a:pt x="3335553" y="0"/>
                </a:lnTo>
                <a:cubicBezTo>
                  <a:pt x="3480378" y="0"/>
                  <a:pt x="3597782" y="117404"/>
                  <a:pt x="3597782" y="262229"/>
                </a:cubicBezTo>
                <a:lnTo>
                  <a:pt x="3597782" y="1311111"/>
                </a:lnTo>
                <a:cubicBezTo>
                  <a:pt x="3597782" y="1455936"/>
                  <a:pt x="3480378" y="1573340"/>
                  <a:pt x="3335553" y="1573340"/>
                </a:cubicBezTo>
                <a:lnTo>
                  <a:pt x="262229" y="1573340"/>
                </a:lnTo>
                <a:cubicBezTo>
                  <a:pt x="117404" y="1573340"/>
                  <a:pt x="0" y="1455936"/>
                  <a:pt x="0" y="1311111"/>
                </a:cubicBezTo>
                <a:lnTo>
                  <a:pt x="0" y="1164712"/>
                </a:lnTo>
                <a:lnTo>
                  <a:pt x="29290" y="1161760"/>
                </a:lnTo>
                <a:cubicBezTo>
                  <a:pt x="203757" y="1126059"/>
                  <a:pt x="334997" y="971691"/>
                  <a:pt x="334997" y="786670"/>
                </a:cubicBezTo>
                <a:cubicBezTo>
                  <a:pt x="334997" y="601650"/>
                  <a:pt x="203757" y="447282"/>
                  <a:pt x="29290" y="411581"/>
                </a:cubicBezTo>
                <a:lnTo>
                  <a:pt x="0" y="408628"/>
                </a:lnTo>
                <a:lnTo>
                  <a:pt x="0" y="262229"/>
                </a:lnTo>
                <a:cubicBezTo>
                  <a:pt x="0" y="117404"/>
                  <a:pt x="117404" y="0"/>
                  <a:pt x="262229" y="0"/>
                </a:cubicBezTo>
                <a:close/>
              </a:path>
            </a:pathLst>
          </a:custGeom>
          <a:noFill/>
          <a:ln w="63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a:solidFill>
                <a:schemeClr val="tx1"/>
              </a:solidFill>
            </a:endParaRPr>
          </a:p>
        </p:txBody>
      </p:sp>
      <p:sp>
        <p:nvSpPr>
          <p:cNvPr id="2" name="Oval 1">
            <a:extLst>
              <a:ext uri="{FF2B5EF4-FFF2-40B4-BE49-F238E27FC236}">
                <a16:creationId xmlns:a16="http://schemas.microsoft.com/office/drawing/2014/main" id="{ED5BAACE-3A6A-42C5-7C71-36E2B7C3EA3C}"/>
              </a:ext>
            </a:extLst>
          </p:cNvPr>
          <p:cNvSpPr/>
          <p:nvPr userDrawn="1"/>
        </p:nvSpPr>
        <p:spPr>
          <a:xfrm>
            <a:off x="1180867" y="1603862"/>
            <a:ext cx="825758" cy="825758"/>
          </a:xfrm>
          <a:prstGeom prst="ellipse">
            <a:avLst/>
          </a:prstGeom>
          <a:solidFill>
            <a:schemeClr val="bg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Google Shape;18;p26">
            <a:extLst>
              <a:ext uri="{FF2B5EF4-FFF2-40B4-BE49-F238E27FC236}">
                <a16:creationId xmlns:a16="http://schemas.microsoft.com/office/drawing/2014/main" id="{6FB866B6-19E4-7F2A-E9EF-9900570367EF}"/>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3" name="Oval 2">
            <a:extLst>
              <a:ext uri="{FF2B5EF4-FFF2-40B4-BE49-F238E27FC236}">
                <a16:creationId xmlns:a16="http://schemas.microsoft.com/office/drawing/2014/main" id="{940EBC75-2CEB-5E5D-8C27-1B39BF84B02A}"/>
              </a:ext>
            </a:extLst>
          </p:cNvPr>
          <p:cNvSpPr/>
          <p:nvPr userDrawn="1"/>
        </p:nvSpPr>
        <p:spPr>
          <a:xfrm>
            <a:off x="1289356" y="1714654"/>
            <a:ext cx="604176" cy="604174"/>
          </a:xfrm>
          <a:prstGeom prst="ellipse">
            <a:avLst/>
          </a:prstGeom>
          <a:solidFill>
            <a:schemeClr val="tx2"/>
          </a:solidFill>
          <a:ln w="53975">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a:solidFill>
                <a:schemeClr val="tx1"/>
              </a:solidFill>
            </a:endParaRPr>
          </a:p>
        </p:txBody>
      </p:sp>
      <p:pic>
        <p:nvPicPr>
          <p:cNvPr id="4" name="Graphic 3">
            <a:hlinkClick r:id="" action="ppaction://noaction"/>
            <a:extLst>
              <a:ext uri="{FF2B5EF4-FFF2-40B4-BE49-F238E27FC236}">
                <a16:creationId xmlns:a16="http://schemas.microsoft.com/office/drawing/2014/main" id="{C6631D92-7378-1FFF-D966-B6B53E5227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75609" y="1892825"/>
            <a:ext cx="231671" cy="247834"/>
          </a:xfrm>
          <a:prstGeom prst="rect">
            <a:avLst/>
          </a:prstGeom>
        </p:spPr>
      </p:pic>
      <p:sp>
        <p:nvSpPr>
          <p:cNvPr id="7" name="Oval 6">
            <a:extLst>
              <a:ext uri="{FF2B5EF4-FFF2-40B4-BE49-F238E27FC236}">
                <a16:creationId xmlns:a16="http://schemas.microsoft.com/office/drawing/2014/main" id="{8630FC86-A872-3FD4-DD0C-29D9EA4EB6CD}"/>
              </a:ext>
            </a:extLst>
          </p:cNvPr>
          <p:cNvSpPr/>
          <p:nvPr userDrawn="1"/>
        </p:nvSpPr>
        <p:spPr>
          <a:xfrm>
            <a:off x="1283300" y="3459574"/>
            <a:ext cx="604176" cy="604174"/>
          </a:xfrm>
          <a:prstGeom prst="ellipse">
            <a:avLst/>
          </a:prstGeom>
          <a:solidFill>
            <a:schemeClr val="tx2"/>
          </a:solidFill>
          <a:ln w="53975">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a:solidFill>
                <a:schemeClr val="tx1"/>
              </a:solidFill>
            </a:endParaRPr>
          </a:p>
        </p:txBody>
      </p:sp>
      <p:pic>
        <p:nvPicPr>
          <p:cNvPr id="8" name="Graphic 7">
            <a:hlinkClick r:id="" action="ppaction://noaction"/>
            <a:extLst>
              <a:ext uri="{FF2B5EF4-FFF2-40B4-BE49-F238E27FC236}">
                <a16:creationId xmlns:a16="http://schemas.microsoft.com/office/drawing/2014/main" id="{3BCE4232-0E14-4A1F-270B-618F7AFB0CC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9553" y="3637745"/>
            <a:ext cx="231671" cy="247834"/>
          </a:xfrm>
          <a:prstGeom prst="rect">
            <a:avLst/>
          </a:prstGeom>
        </p:spPr>
      </p:pic>
      <p:sp>
        <p:nvSpPr>
          <p:cNvPr id="10" name="Oval 9">
            <a:extLst>
              <a:ext uri="{FF2B5EF4-FFF2-40B4-BE49-F238E27FC236}">
                <a16:creationId xmlns:a16="http://schemas.microsoft.com/office/drawing/2014/main" id="{91609B53-FE92-938F-C584-1FDBD0F9714E}"/>
              </a:ext>
            </a:extLst>
          </p:cNvPr>
          <p:cNvSpPr/>
          <p:nvPr userDrawn="1"/>
        </p:nvSpPr>
        <p:spPr>
          <a:xfrm>
            <a:off x="1295412" y="5204494"/>
            <a:ext cx="604176" cy="604174"/>
          </a:xfrm>
          <a:prstGeom prst="ellipse">
            <a:avLst/>
          </a:prstGeom>
          <a:solidFill>
            <a:schemeClr val="tx2"/>
          </a:solidFill>
          <a:ln w="53975">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a:solidFill>
                <a:schemeClr val="tx1"/>
              </a:solidFill>
            </a:endParaRPr>
          </a:p>
        </p:txBody>
      </p:sp>
      <p:pic>
        <p:nvPicPr>
          <p:cNvPr id="11" name="Graphic 10">
            <a:hlinkClick r:id="" action="ppaction://noaction"/>
            <a:extLst>
              <a:ext uri="{FF2B5EF4-FFF2-40B4-BE49-F238E27FC236}">
                <a16:creationId xmlns:a16="http://schemas.microsoft.com/office/drawing/2014/main" id="{C1DE6BDE-9D94-643B-CA40-42B087141C1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81665" y="5382665"/>
            <a:ext cx="231671" cy="247834"/>
          </a:xfrm>
          <a:prstGeom prst="rect">
            <a:avLst/>
          </a:prstGeom>
        </p:spPr>
      </p:pic>
      <p:sp>
        <p:nvSpPr>
          <p:cNvPr id="13" name="Text Placeholder 29">
            <a:extLst>
              <a:ext uri="{FF2B5EF4-FFF2-40B4-BE49-F238E27FC236}">
                <a16:creationId xmlns:a16="http://schemas.microsoft.com/office/drawing/2014/main" id="{043A8F64-894D-BA58-5901-B324C4C71D19}"/>
              </a:ext>
            </a:extLst>
          </p:cNvPr>
          <p:cNvSpPr>
            <a:spLocks noGrp="1"/>
          </p:cNvSpPr>
          <p:nvPr>
            <p:ph type="body" sz="quarter" idx="12" hasCustomPrompt="1"/>
          </p:nvPr>
        </p:nvSpPr>
        <p:spPr>
          <a:xfrm>
            <a:off x="2121170" y="1529061"/>
            <a:ext cx="2801350" cy="975360"/>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4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14" name="Text Placeholder 29">
            <a:extLst>
              <a:ext uri="{FF2B5EF4-FFF2-40B4-BE49-F238E27FC236}">
                <a16:creationId xmlns:a16="http://schemas.microsoft.com/office/drawing/2014/main" id="{A52F3FEC-FAC6-0752-1743-1611E8DE6B60}"/>
              </a:ext>
            </a:extLst>
          </p:cNvPr>
          <p:cNvSpPr>
            <a:spLocks noGrp="1"/>
          </p:cNvSpPr>
          <p:nvPr>
            <p:ph type="body" sz="quarter" idx="13" hasCustomPrompt="1"/>
          </p:nvPr>
        </p:nvSpPr>
        <p:spPr>
          <a:xfrm>
            <a:off x="2121170" y="3268980"/>
            <a:ext cx="2801350" cy="975360"/>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4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15" name="Text Placeholder 29">
            <a:extLst>
              <a:ext uri="{FF2B5EF4-FFF2-40B4-BE49-F238E27FC236}">
                <a16:creationId xmlns:a16="http://schemas.microsoft.com/office/drawing/2014/main" id="{E77470C2-1C5C-C039-12BA-E7922CEE64C2}"/>
              </a:ext>
            </a:extLst>
          </p:cNvPr>
          <p:cNvSpPr>
            <a:spLocks noGrp="1"/>
          </p:cNvSpPr>
          <p:nvPr>
            <p:ph type="body" sz="quarter" idx="14" hasCustomPrompt="1"/>
          </p:nvPr>
        </p:nvSpPr>
        <p:spPr>
          <a:xfrm>
            <a:off x="2121170" y="5018901"/>
            <a:ext cx="2801350" cy="975360"/>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4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16" name="Text Placeholder 29">
            <a:extLst>
              <a:ext uri="{FF2B5EF4-FFF2-40B4-BE49-F238E27FC236}">
                <a16:creationId xmlns:a16="http://schemas.microsoft.com/office/drawing/2014/main" id="{B50F4AAE-B94E-189D-9C1D-D83A6F1766F1}"/>
              </a:ext>
            </a:extLst>
          </p:cNvPr>
          <p:cNvSpPr>
            <a:spLocks noGrp="1"/>
          </p:cNvSpPr>
          <p:nvPr>
            <p:ph type="body" sz="quarter" idx="25" hasCustomPrompt="1"/>
          </p:nvPr>
        </p:nvSpPr>
        <p:spPr>
          <a:xfrm>
            <a:off x="5538610" y="1382245"/>
            <a:ext cx="6095413" cy="4911006"/>
          </a:xfrm>
        </p:spPr>
        <p:txBody>
          <a:bodyPr lIns="0" tIns="0" rIns="0" bIns="0" anchor="t" anchorCtr="0">
            <a:normAutofit/>
          </a:bodyPr>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One defining characteristic of Gen AI is their seamless integration with technology. For them, interacting with AI is as natural as breathing. They effortlessly navigate between physical and virtual worlds, leveraging AI-powered tools to enhance productivity, creativity, and connectivity. Their fluency in technology enables them to harness the full potential of AI, leveraging its capabilities to solve complex problems and drive innovation across diverse domains.</a:t>
            </a:r>
          </a:p>
          <a:p>
            <a:pPr lvl="0"/>
            <a:r>
              <a:rPr lang="en-GB"/>
              <a:t>However, Gen AI also faces unique challenges and ethical considerations. As they embrace AI-driven technologies, they must grapple with issues of privacy, security, and algorithmic bias. They are keenly aware of the trade-offs between convenience and control, demanding greater transparency and accountability from AI systems. Moreover, they are at the forefront of discussions surrounding the ethical implications of AI, advocating for fairness, inclusivity, and social responsibility in its development and deployment.</a:t>
            </a:r>
          </a:p>
        </p:txBody>
      </p:sp>
    </p:spTree>
    <p:extLst>
      <p:ext uri="{BB962C8B-B14F-4D97-AF65-F5344CB8AC3E}">
        <p14:creationId xmlns:p14="http://schemas.microsoft.com/office/powerpoint/2010/main" val="34973368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Title Content with Subtitle 2">
    <p:bg>
      <p:bgPr>
        <a:solidFill>
          <a:schemeClr val="tx1"/>
        </a:solidFill>
        <a:effectLst/>
      </p:bgPr>
    </p:bg>
    <p:spTree>
      <p:nvGrpSpPr>
        <p:cNvPr id="1" name=""/>
        <p:cNvGrpSpPr/>
        <p:nvPr/>
      </p:nvGrpSpPr>
      <p:grpSpPr>
        <a:xfrm>
          <a:off x="0" y="0"/>
          <a:ext cx="0" cy="0"/>
          <a:chOff x="0" y="0"/>
          <a:chExt cx="0" cy="0"/>
        </a:xfrm>
      </p:grpSpPr>
      <p:cxnSp>
        <p:nvCxnSpPr>
          <p:cNvPr id="4" name="Google Shape;228;p11">
            <a:extLst>
              <a:ext uri="{FF2B5EF4-FFF2-40B4-BE49-F238E27FC236}">
                <a16:creationId xmlns:a16="http://schemas.microsoft.com/office/drawing/2014/main" id="{EF0346D1-3BDE-9799-56E0-C2451190C7AA}"/>
              </a:ext>
            </a:extLst>
          </p:cNvPr>
          <p:cNvCxnSpPr/>
          <p:nvPr userDrawn="1"/>
        </p:nvCxnSpPr>
        <p:spPr>
          <a:xfrm>
            <a:off x="2228564" y="1247345"/>
            <a:ext cx="0" cy="4968143"/>
          </a:xfrm>
          <a:prstGeom prst="straightConnector1">
            <a:avLst/>
          </a:prstGeom>
          <a:noFill/>
          <a:ln w="12700" cap="flat" cmpd="sng">
            <a:solidFill>
              <a:schemeClr val="lt1"/>
            </a:solidFill>
            <a:prstDash val="solid"/>
            <a:miter lim="800000"/>
            <a:headEnd type="none" w="sm" len="sm"/>
            <a:tailEnd type="none" w="sm" len="sm"/>
          </a:ln>
        </p:spPr>
      </p:cxnSp>
      <p:pic>
        <p:nvPicPr>
          <p:cNvPr id="7" name="Graphic 6">
            <a:extLst>
              <a:ext uri="{FF2B5EF4-FFF2-40B4-BE49-F238E27FC236}">
                <a16:creationId xmlns:a16="http://schemas.microsoft.com/office/drawing/2014/main" id="{76D3A2C9-466A-0FEC-D743-3EAC16DD8788}"/>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947480" y="2753590"/>
            <a:ext cx="890753" cy="979825"/>
          </a:xfrm>
          <a:prstGeom prst="rect">
            <a:avLst/>
          </a:prstGeom>
        </p:spPr>
      </p:pic>
      <p:pic>
        <p:nvPicPr>
          <p:cNvPr id="8" name="Graphic 7">
            <a:extLst>
              <a:ext uri="{FF2B5EF4-FFF2-40B4-BE49-F238E27FC236}">
                <a16:creationId xmlns:a16="http://schemas.microsoft.com/office/drawing/2014/main" id="{7E47DAF2-8DDC-06BF-8FB7-0928061FB87F}"/>
              </a:ext>
            </a:extLst>
          </p:cNvPr>
          <p:cNvPicPr>
            <a:picLocks noChangeAspect="1"/>
          </p:cNvPicPr>
          <p:nvPr userDrawn="1"/>
        </p:nvPicPr>
        <p:blipFill>
          <a:blip r:embed="rId2">
            <a:extLst>
              <a:ext uri="{96DAC541-7B7A-43D3-8B79-37D633B846F1}">
                <asvg:svgBlip xmlns:asvg="http://schemas.microsoft.com/office/drawing/2016/SVG/main" r:embed="rId3"/>
              </a:ext>
            </a:extLst>
          </a:blip>
          <a:srcRect l="39395" t="26219" r="10339" b="23780"/>
          <a:stretch/>
        </p:blipFill>
        <p:spPr>
          <a:xfrm>
            <a:off x="934033" y="3717949"/>
            <a:ext cx="911535" cy="473075"/>
          </a:xfrm>
          <a:prstGeom prst="rect">
            <a:avLst/>
          </a:prstGeom>
        </p:spPr>
      </p:pic>
      <p:sp>
        <p:nvSpPr>
          <p:cNvPr id="14" name="Picture Placeholder 13">
            <a:extLst>
              <a:ext uri="{FF2B5EF4-FFF2-40B4-BE49-F238E27FC236}">
                <a16:creationId xmlns:a16="http://schemas.microsoft.com/office/drawing/2014/main" id="{047C1042-56A8-A826-B72C-DFD0FD9648FF}"/>
              </a:ext>
            </a:extLst>
          </p:cNvPr>
          <p:cNvSpPr>
            <a:spLocks noGrp="1"/>
          </p:cNvSpPr>
          <p:nvPr>
            <p:ph type="pic" sz="quarter" idx="14"/>
          </p:nvPr>
        </p:nvSpPr>
        <p:spPr>
          <a:xfrm>
            <a:off x="2703513" y="1382246"/>
            <a:ext cx="523779" cy="523780"/>
          </a:xfrm>
        </p:spPr>
        <p:txBody>
          <a:bodyPr>
            <a:normAutofit/>
          </a:bodyPr>
          <a:lstStyle>
            <a:lvl1pPr>
              <a:defRPr sz="1000"/>
            </a:lvl1pPr>
          </a:lstStyle>
          <a:p>
            <a:endParaRPr lang="en-GB"/>
          </a:p>
        </p:txBody>
      </p:sp>
      <p:sp>
        <p:nvSpPr>
          <p:cNvPr id="15" name="Picture Placeholder 13">
            <a:extLst>
              <a:ext uri="{FF2B5EF4-FFF2-40B4-BE49-F238E27FC236}">
                <a16:creationId xmlns:a16="http://schemas.microsoft.com/office/drawing/2014/main" id="{4CF4C1B9-4FE3-D5D7-C92E-CD4BD21EB1DA}"/>
              </a:ext>
            </a:extLst>
          </p:cNvPr>
          <p:cNvSpPr>
            <a:spLocks noGrp="1"/>
          </p:cNvSpPr>
          <p:nvPr>
            <p:ph type="pic" sz="quarter" idx="15"/>
          </p:nvPr>
        </p:nvSpPr>
        <p:spPr>
          <a:xfrm>
            <a:off x="2703513" y="2207208"/>
            <a:ext cx="523779" cy="523780"/>
          </a:xfrm>
        </p:spPr>
        <p:txBody>
          <a:bodyPr>
            <a:normAutofit/>
          </a:bodyPr>
          <a:lstStyle>
            <a:lvl1pPr>
              <a:defRPr sz="1000"/>
            </a:lvl1pPr>
          </a:lstStyle>
          <a:p>
            <a:endParaRPr lang="en-GB"/>
          </a:p>
        </p:txBody>
      </p:sp>
      <p:sp>
        <p:nvSpPr>
          <p:cNvPr id="16" name="Picture Placeholder 13">
            <a:extLst>
              <a:ext uri="{FF2B5EF4-FFF2-40B4-BE49-F238E27FC236}">
                <a16:creationId xmlns:a16="http://schemas.microsoft.com/office/drawing/2014/main" id="{08B973C0-93BB-BECD-08C8-19E8789F85E3}"/>
              </a:ext>
            </a:extLst>
          </p:cNvPr>
          <p:cNvSpPr>
            <a:spLocks noGrp="1"/>
          </p:cNvSpPr>
          <p:nvPr>
            <p:ph type="pic" sz="quarter" idx="16"/>
          </p:nvPr>
        </p:nvSpPr>
        <p:spPr>
          <a:xfrm>
            <a:off x="2703513" y="3032170"/>
            <a:ext cx="523779" cy="523780"/>
          </a:xfrm>
        </p:spPr>
        <p:txBody>
          <a:bodyPr>
            <a:normAutofit/>
          </a:bodyPr>
          <a:lstStyle>
            <a:lvl1pPr>
              <a:defRPr sz="1000"/>
            </a:lvl1pPr>
          </a:lstStyle>
          <a:p>
            <a:endParaRPr lang="en-GB"/>
          </a:p>
        </p:txBody>
      </p:sp>
      <p:sp>
        <p:nvSpPr>
          <p:cNvPr id="17" name="Picture Placeholder 13">
            <a:extLst>
              <a:ext uri="{FF2B5EF4-FFF2-40B4-BE49-F238E27FC236}">
                <a16:creationId xmlns:a16="http://schemas.microsoft.com/office/drawing/2014/main" id="{3DFF13AD-E03F-F7A0-6EBF-1D4A1A9DBCA1}"/>
              </a:ext>
            </a:extLst>
          </p:cNvPr>
          <p:cNvSpPr>
            <a:spLocks noGrp="1"/>
          </p:cNvSpPr>
          <p:nvPr>
            <p:ph type="pic" sz="quarter" idx="17"/>
          </p:nvPr>
        </p:nvSpPr>
        <p:spPr>
          <a:xfrm>
            <a:off x="2703513" y="3857132"/>
            <a:ext cx="523779" cy="523780"/>
          </a:xfrm>
        </p:spPr>
        <p:txBody>
          <a:bodyPr>
            <a:normAutofit/>
          </a:bodyPr>
          <a:lstStyle>
            <a:lvl1pPr>
              <a:defRPr sz="1000"/>
            </a:lvl1pPr>
          </a:lstStyle>
          <a:p>
            <a:endParaRPr lang="en-GB"/>
          </a:p>
        </p:txBody>
      </p:sp>
      <p:sp>
        <p:nvSpPr>
          <p:cNvPr id="18" name="Picture Placeholder 13">
            <a:extLst>
              <a:ext uri="{FF2B5EF4-FFF2-40B4-BE49-F238E27FC236}">
                <a16:creationId xmlns:a16="http://schemas.microsoft.com/office/drawing/2014/main" id="{6AB04580-4916-00AA-A8F7-FCFF0D44F367}"/>
              </a:ext>
            </a:extLst>
          </p:cNvPr>
          <p:cNvSpPr>
            <a:spLocks noGrp="1"/>
          </p:cNvSpPr>
          <p:nvPr>
            <p:ph type="pic" sz="quarter" idx="18"/>
          </p:nvPr>
        </p:nvSpPr>
        <p:spPr>
          <a:xfrm>
            <a:off x="2703513" y="4682094"/>
            <a:ext cx="523779" cy="523780"/>
          </a:xfrm>
        </p:spPr>
        <p:txBody>
          <a:bodyPr>
            <a:normAutofit/>
          </a:bodyPr>
          <a:lstStyle>
            <a:lvl1pPr>
              <a:defRPr sz="1000"/>
            </a:lvl1pPr>
          </a:lstStyle>
          <a:p>
            <a:endParaRPr lang="en-GB"/>
          </a:p>
        </p:txBody>
      </p:sp>
      <p:sp>
        <p:nvSpPr>
          <p:cNvPr id="19" name="Picture Placeholder 13">
            <a:extLst>
              <a:ext uri="{FF2B5EF4-FFF2-40B4-BE49-F238E27FC236}">
                <a16:creationId xmlns:a16="http://schemas.microsoft.com/office/drawing/2014/main" id="{D801AEC6-DF83-F481-951B-A94269130B43}"/>
              </a:ext>
            </a:extLst>
          </p:cNvPr>
          <p:cNvSpPr>
            <a:spLocks noGrp="1"/>
          </p:cNvSpPr>
          <p:nvPr>
            <p:ph type="pic" sz="quarter" idx="19"/>
          </p:nvPr>
        </p:nvSpPr>
        <p:spPr>
          <a:xfrm>
            <a:off x="2703513" y="5507056"/>
            <a:ext cx="523779" cy="523780"/>
          </a:xfrm>
        </p:spPr>
        <p:txBody>
          <a:bodyPr>
            <a:normAutofit/>
          </a:bodyPr>
          <a:lstStyle>
            <a:lvl1pPr>
              <a:defRPr sz="1000"/>
            </a:lvl1pPr>
          </a:lstStyle>
          <a:p>
            <a:endParaRPr lang="en-GB"/>
          </a:p>
        </p:txBody>
      </p:sp>
      <p:sp>
        <p:nvSpPr>
          <p:cNvPr id="20" name="Text Placeholder 29">
            <a:extLst>
              <a:ext uri="{FF2B5EF4-FFF2-40B4-BE49-F238E27FC236}">
                <a16:creationId xmlns:a16="http://schemas.microsoft.com/office/drawing/2014/main" id="{72973DFC-6171-0DFD-71C6-59997FA09975}"/>
              </a:ext>
            </a:extLst>
          </p:cNvPr>
          <p:cNvSpPr>
            <a:spLocks noGrp="1"/>
          </p:cNvSpPr>
          <p:nvPr>
            <p:ph type="body" sz="quarter" idx="12" hasCustomPrompt="1"/>
          </p:nvPr>
        </p:nvSpPr>
        <p:spPr>
          <a:xfrm>
            <a:off x="3509704" y="1382245"/>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1" name="Text Placeholder 29">
            <a:extLst>
              <a:ext uri="{FF2B5EF4-FFF2-40B4-BE49-F238E27FC236}">
                <a16:creationId xmlns:a16="http://schemas.microsoft.com/office/drawing/2014/main" id="{8F80F2FC-0C6A-45BA-E74B-9131EF9549B2}"/>
              </a:ext>
            </a:extLst>
          </p:cNvPr>
          <p:cNvSpPr>
            <a:spLocks noGrp="1"/>
          </p:cNvSpPr>
          <p:nvPr>
            <p:ph type="body" sz="quarter" idx="20" hasCustomPrompt="1"/>
          </p:nvPr>
        </p:nvSpPr>
        <p:spPr>
          <a:xfrm>
            <a:off x="3509704" y="2207209"/>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2" name="Text Placeholder 29">
            <a:extLst>
              <a:ext uri="{FF2B5EF4-FFF2-40B4-BE49-F238E27FC236}">
                <a16:creationId xmlns:a16="http://schemas.microsoft.com/office/drawing/2014/main" id="{9562AF29-3BC4-019C-8595-D09498EA2E9E}"/>
              </a:ext>
            </a:extLst>
          </p:cNvPr>
          <p:cNvSpPr>
            <a:spLocks noGrp="1"/>
          </p:cNvSpPr>
          <p:nvPr>
            <p:ph type="body" sz="quarter" idx="21" hasCustomPrompt="1"/>
          </p:nvPr>
        </p:nvSpPr>
        <p:spPr>
          <a:xfrm>
            <a:off x="3509704" y="3032170"/>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3" name="Text Placeholder 29">
            <a:extLst>
              <a:ext uri="{FF2B5EF4-FFF2-40B4-BE49-F238E27FC236}">
                <a16:creationId xmlns:a16="http://schemas.microsoft.com/office/drawing/2014/main" id="{7D5A6C05-246F-9B93-F926-B6AC356C30D9}"/>
              </a:ext>
            </a:extLst>
          </p:cNvPr>
          <p:cNvSpPr>
            <a:spLocks noGrp="1"/>
          </p:cNvSpPr>
          <p:nvPr>
            <p:ph type="body" sz="quarter" idx="22" hasCustomPrompt="1"/>
          </p:nvPr>
        </p:nvSpPr>
        <p:spPr>
          <a:xfrm>
            <a:off x="3509704" y="3857132"/>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4" name="Text Placeholder 29">
            <a:extLst>
              <a:ext uri="{FF2B5EF4-FFF2-40B4-BE49-F238E27FC236}">
                <a16:creationId xmlns:a16="http://schemas.microsoft.com/office/drawing/2014/main" id="{F2EE1EA3-B638-FE3D-0F2F-37FCB7A71F89}"/>
              </a:ext>
            </a:extLst>
          </p:cNvPr>
          <p:cNvSpPr>
            <a:spLocks noGrp="1"/>
          </p:cNvSpPr>
          <p:nvPr>
            <p:ph type="body" sz="quarter" idx="23" hasCustomPrompt="1"/>
          </p:nvPr>
        </p:nvSpPr>
        <p:spPr>
          <a:xfrm>
            <a:off x="3509704" y="4679265"/>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5" name="Text Placeholder 29">
            <a:extLst>
              <a:ext uri="{FF2B5EF4-FFF2-40B4-BE49-F238E27FC236}">
                <a16:creationId xmlns:a16="http://schemas.microsoft.com/office/drawing/2014/main" id="{77ECA0FA-2314-7192-185F-89F35B19314B}"/>
              </a:ext>
            </a:extLst>
          </p:cNvPr>
          <p:cNvSpPr>
            <a:spLocks noGrp="1"/>
          </p:cNvSpPr>
          <p:nvPr>
            <p:ph type="body" sz="quarter" idx="24" hasCustomPrompt="1"/>
          </p:nvPr>
        </p:nvSpPr>
        <p:spPr>
          <a:xfrm>
            <a:off x="3509704" y="5507056"/>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6" name="Text Placeholder 29">
            <a:extLst>
              <a:ext uri="{FF2B5EF4-FFF2-40B4-BE49-F238E27FC236}">
                <a16:creationId xmlns:a16="http://schemas.microsoft.com/office/drawing/2014/main" id="{42A54817-44EB-40C2-D8C3-A943F1D9322E}"/>
              </a:ext>
            </a:extLst>
          </p:cNvPr>
          <p:cNvSpPr>
            <a:spLocks noGrp="1"/>
          </p:cNvSpPr>
          <p:nvPr>
            <p:ph type="body" sz="quarter" idx="25" hasCustomPrompt="1"/>
          </p:nvPr>
        </p:nvSpPr>
        <p:spPr>
          <a:xfrm>
            <a:off x="6750447" y="1382245"/>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7" name="Text Placeholder 29">
            <a:extLst>
              <a:ext uri="{FF2B5EF4-FFF2-40B4-BE49-F238E27FC236}">
                <a16:creationId xmlns:a16="http://schemas.microsoft.com/office/drawing/2014/main" id="{5682C179-2910-7A45-2D26-2B7599A94280}"/>
              </a:ext>
            </a:extLst>
          </p:cNvPr>
          <p:cNvSpPr>
            <a:spLocks noGrp="1"/>
          </p:cNvSpPr>
          <p:nvPr>
            <p:ph type="body" sz="quarter" idx="26" hasCustomPrompt="1"/>
          </p:nvPr>
        </p:nvSpPr>
        <p:spPr>
          <a:xfrm>
            <a:off x="6750447" y="2207209"/>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8" name="Text Placeholder 29">
            <a:extLst>
              <a:ext uri="{FF2B5EF4-FFF2-40B4-BE49-F238E27FC236}">
                <a16:creationId xmlns:a16="http://schemas.microsoft.com/office/drawing/2014/main" id="{632DB566-FC10-871C-4F8C-C8D44C3DC2ED}"/>
              </a:ext>
            </a:extLst>
          </p:cNvPr>
          <p:cNvSpPr>
            <a:spLocks noGrp="1"/>
          </p:cNvSpPr>
          <p:nvPr>
            <p:ph type="body" sz="quarter" idx="27" hasCustomPrompt="1"/>
          </p:nvPr>
        </p:nvSpPr>
        <p:spPr>
          <a:xfrm>
            <a:off x="6750447" y="3032170"/>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9" name="Text Placeholder 29">
            <a:extLst>
              <a:ext uri="{FF2B5EF4-FFF2-40B4-BE49-F238E27FC236}">
                <a16:creationId xmlns:a16="http://schemas.microsoft.com/office/drawing/2014/main" id="{49E58398-EE12-9DC4-49AC-7DB4AE9AA08D}"/>
              </a:ext>
            </a:extLst>
          </p:cNvPr>
          <p:cNvSpPr>
            <a:spLocks noGrp="1"/>
          </p:cNvSpPr>
          <p:nvPr>
            <p:ph type="body" sz="quarter" idx="28" hasCustomPrompt="1"/>
          </p:nvPr>
        </p:nvSpPr>
        <p:spPr>
          <a:xfrm>
            <a:off x="6750447" y="3857132"/>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30" name="Text Placeholder 29">
            <a:extLst>
              <a:ext uri="{FF2B5EF4-FFF2-40B4-BE49-F238E27FC236}">
                <a16:creationId xmlns:a16="http://schemas.microsoft.com/office/drawing/2014/main" id="{DED2C998-0161-2571-7BF6-C229081287B8}"/>
              </a:ext>
            </a:extLst>
          </p:cNvPr>
          <p:cNvSpPr>
            <a:spLocks noGrp="1"/>
          </p:cNvSpPr>
          <p:nvPr>
            <p:ph type="body" sz="quarter" idx="29" hasCustomPrompt="1"/>
          </p:nvPr>
        </p:nvSpPr>
        <p:spPr>
          <a:xfrm>
            <a:off x="6750447" y="4679265"/>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31" name="Text Placeholder 29">
            <a:extLst>
              <a:ext uri="{FF2B5EF4-FFF2-40B4-BE49-F238E27FC236}">
                <a16:creationId xmlns:a16="http://schemas.microsoft.com/office/drawing/2014/main" id="{1ABBBC37-F0F7-7D16-C91B-1C33DF6ED05F}"/>
              </a:ext>
            </a:extLst>
          </p:cNvPr>
          <p:cNvSpPr>
            <a:spLocks noGrp="1"/>
          </p:cNvSpPr>
          <p:nvPr>
            <p:ph type="body" sz="quarter" idx="30" hasCustomPrompt="1"/>
          </p:nvPr>
        </p:nvSpPr>
        <p:spPr>
          <a:xfrm>
            <a:off x="6750447" y="5507056"/>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pic>
        <p:nvPicPr>
          <p:cNvPr id="9" name="Graphic 8">
            <a:extLst>
              <a:ext uri="{FF2B5EF4-FFF2-40B4-BE49-F238E27FC236}">
                <a16:creationId xmlns:a16="http://schemas.microsoft.com/office/drawing/2014/main" id="{1BDF681B-0D53-63D4-8D65-AA99732F5A12}"/>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3" name="Google Shape;18;p26">
            <a:extLst>
              <a:ext uri="{FF2B5EF4-FFF2-40B4-BE49-F238E27FC236}">
                <a16:creationId xmlns:a16="http://schemas.microsoft.com/office/drawing/2014/main" id="{DAE68BB0-3099-7DDC-C0F1-DA5D3EA433E0}"/>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8CAA304D-771A-EF02-F95F-69D4045E2FE6}"/>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6" name="Google Shape;21;p33">
            <a:extLst>
              <a:ext uri="{FF2B5EF4-FFF2-40B4-BE49-F238E27FC236}">
                <a16:creationId xmlns:a16="http://schemas.microsoft.com/office/drawing/2014/main" id="{F31A6B91-BC3D-DFFB-D615-1E39210AD714}"/>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a:solidFill>
                <a:srgbClr val="BABABA"/>
              </a:solidFill>
            </a:endParaRPr>
          </a:p>
        </p:txBody>
      </p:sp>
    </p:spTree>
    <p:extLst>
      <p:ext uri="{BB962C8B-B14F-4D97-AF65-F5344CB8AC3E}">
        <p14:creationId xmlns:p14="http://schemas.microsoft.com/office/powerpoint/2010/main" val="178737822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Title Content with Subtitle 2">
    <p:bg>
      <p:bgPr>
        <a:solidFill>
          <a:schemeClr val="bg1"/>
        </a:solidFill>
        <a:effectLst/>
      </p:bgPr>
    </p:bg>
    <p:spTree>
      <p:nvGrpSpPr>
        <p:cNvPr id="1" name=""/>
        <p:cNvGrpSpPr/>
        <p:nvPr/>
      </p:nvGrpSpPr>
      <p:grpSpPr>
        <a:xfrm>
          <a:off x="0" y="0"/>
          <a:ext cx="0" cy="0"/>
          <a:chOff x="0" y="0"/>
          <a:chExt cx="0" cy="0"/>
        </a:xfrm>
      </p:grpSpPr>
      <p:cxnSp>
        <p:nvCxnSpPr>
          <p:cNvPr id="4" name="Google Shape;228;p11">
            <a:extLst>
              <a:ext uri="{FF2B5EF4-FFF2-40B4-BE49-F238E27FC236}">
                <a16:creationId xmlns:a16="http://schemas.microsoft.com/office/drawing/2014/main" id="{EF0346D1-3BDE-9799-56E0-C2451190C7AA}"/>
              </a:ext>
            </a:extLst>
          </p:cNvPr>
          <p:cNvCxnSpPr/>
          <p:nvPr userDrawn="1"/>
        </p:nvCxnSpPr>
        <p:spPr>
          <a:xfrm>
            <a:off x="2375210" y="1247345"/>
            <a:ext cx="0" cy="4968143"/>
          </a:xfrm>
          <a:prstGeom prst="straightConnector1">
            <a:avLst/>
          </a:prstGeom>
          <a:noFill/>
          <a:ln w="12700" cap="flat" cmpd="sng">
            <a:solidFill>
              <a:schemeClr val="tx1"/>
            </a:solidFill>
            <a:prstDash val="solid"/>
            <a:miter lim="800000"/>
            <a:headEnd type="none" w="sm" len="sm"/>
            <a:tailEnd type="none" w="sm" len="sm"/>
          </a:ln>
        </p:spPr>
      </p:cxnSp>
      <p:pic>
        <p:nvPicPr>
          <p:cNvPr id="7" name="Graphic 6">
            <a:extLst>
              <a:ext uri="{FF2B5EF4-FFF2-40B4-BE49-F238E27FC236}">
                <a16:creationId xmlns:a16="http://schemas.microsoft.com/office/drawing/2014/main" id="{76D3A2C9-466A-0FEC-D743-3EAC16DD8788}"/>
              </a:ext>
            </a:extLst>
          </p:cNvPr>
          <p:cNvPicPr>
            <a:picLocks noChangeAspect="1"/>
          </p:cNvPicPr>
          <p:nvPr userDrawn="1"/>
        </p:nvPicPr>
        <p:blipFill>
          <a:blip r:embed="rId2">
            <a:lum bright="-100000"/>
            <a:extLst>
              <a:ext uri="{96DAC541-7B7A-43D3-8B79-37D633B846F1}">
                <asvg:svgBlip xmlns:asvg="http://schemas.microsoft.com/office/drawing/2016/SVG/main" r:embed="rId3"/>
              </a:ext>
            </a:extLst>
          </a:blip>
          <a:srcRect l="8134" t="14156" r="57486" b="13360"/>
          <a:stretch/>
        </p:blipFill>
        <p:spPr>
          <a:xfrm>
            <a:off x="1301162" y="2753590"/>
            <a:ext cx="890753" cy="979825"/>
          </a:xfrm>
          <a:prstGeom prst="rect">
            <a:avLst/>
          </a:prstGeom>
        </p:spPr>
      </p:pic>
      <p:pic>
        <p:nvPicPr>
          <p:cNvPr id="8" name="Graphic 7">
            <a:extLst>
              <a:ext uri="{FF2B5EF4-FFF2-40B4-BE49-F238E27FC236}">
                <a16:creationId xmlns:a16="http://schemas.microsoft.com/office/drawing/2014/main" id="{7E47DAF2-8DDC-06BF-8FB7-0928061FB87F}"/>
              </a:ext>
            </a:extLst>
          </p:cNvPr>
          <p:cNvPicPr>
            <a:picLocks noChangeAspect="1"/>
          </p:cNvPicPr>
          <p:nvPr userDrawn="1"/>
        </p:nvPicPr>
        <p:blipFill>
          <a:blip r:embed="rId2">
            <a:lum bright="-100000"/>
            <a:extLst>
              <a:ext uri="{96DAC541-7B7A-43D3-8B79-37D633B846F1}">
                <asvg:svgBlip xmlns:asvg="http://schemas.microsoft.com/office/drawing/2016/SVG/main" r:embed="rId3"/>
              </a:ext>
            </a:extLst>
          </a:blip>
          <a:srcRect l="39395" t="26219" r="10339" b="23780"/>
          <a:stretch/>
        </p:blipFill>
        <p:spPr>
          <a:xfrm>
            <a:off x="1287715" y="3717949"/>
            <a:ext cx="911535" cy="473075"/>
          </a:xfrm>
          <a:prstGeom prst="rect">
            <a:avLst/>
          </a:prstGeom>
        </p:spPr>
      </p:pic>
      <p:sp>
        <p:nvSpPr>
          <p:cNvPr id="14" name="Picture Placeholder 13">
            <a:extLst>
              <a:ext uri="{FF2B5EF4-FFF2-40B4-BE49-F238E27FC236}">
                <a16:creationId xmlns:a16="http://schemas.microsoft.com/office/drawing/2014/main" id="{047C1042-56A8-A826-B72C-DFD0FD9648FF}"/>
              </a:ext>
            </a:extLst>
          </p:cNvPr>
          <p:cNvSpPr>
            <a:spLocks noGrp="1"/>
          </p:cNvSpPr>
          <p:nvPr>
            <p:ph type="pic" sz="quarter" idx="14"/>
          </p:nvPr>
        </p:nvSpPr>
        <p:spPr>
          <a:xfrm>
            <a:off x="2703513" y="1382246"/>
            <a:ext cx="523779" cy="523780"/>
          </a:xfrm>
        </p:spPr>
        <p:txBody>
          <a:bodyPr>
            <a:normAutofit/>
          </a:bodyPr>
          <a:lstStyle>
            <a:lvl1pPr>
              <a:defRPr sz="1000">
                <a:solidFill>
                  <a:schemeClr val="tx1"/>
                </a:solidFill>
              </a:defRPr>
            </a:lvl1pPr>
          </a:lstStyle>
          <a:p>
            <a:endParaRPr lang="en-GB"/>
          </a:p>
        </p:txBody>
      </p:sp>
      <p:sp>
        <p:nvSpPr>
          <p:cNvPr id="15" name="Picture Placeholder 13">
            <a:extLst>
              <a:ext uri="{FF2B5EF4-FFF2-40B4-BE49-F238E27FC236}">
                <a16:creationId xmlns:a16="http://schemas.microsoft.com/office/drawing/2014/main" id="{4CF4C1B9-4FE3-D5D7-C92E-CD4BD21EB1DA}"/>
              </a:ext>
            </a:extLst>
          </p:cNvPr>
          <p:cNvSpPr>
            <a:spLocks noGrp="1"/>
          </p:cNvSpPr>
          <p:nvPr>
            <p:ph type="pic" sz="quarter" idx="15"/>
          </p:nvPr>
        </p:nvSpPr>
        <p:spPr>
          <a:xfrm>
            <a:off x="2703513" y="2207208"/>
            <a:ext cx="523779" cy="523780"/>
          </a:xfrm>
        </p:spPr>
        <p:txBody>
          <a:bodyPr>
            <a:normAutofit/>
          </a:bodyPr>
          <a:lstStyle>
            <a:lvl1pPr>
              <a:defRPr sz="1000">
                <a:solidFill>
                  <a:schemeClr val="tx1"/>
                </a:solidFill>
              </a:defRPr>
            </a:lvl1pPr>
          </a:lstStyle>
          <a:p>
            <a:endParaRPr lang="en-GB"/>
          </a:p>
        </p:txBody>
      </p:sp>
      <p:sp>
        <p:nvSpPr>
          <p:cNvPr id="16" name="Picture Placeholder 13">
            <a:extLst>
              <a:ext uri="{FF2B5EF4-FFF2-40B4-BE49-F238E27FC236}">
                <a16:creationId xmlns:a16="http://schemas.microsoft.com/office/drawing/2014/main" id="{08B973C0-93BB-BECD-08C8-19E8789F85E3}"/>
              </a:ext>
            </a:extLst>
          </p:cNvPr>
          <p:cNvSpPr>
            <a:spLocks noGrp="1"/>
          </p:cNvSpPr>
          <p:nvPr>
            <p:ph type="pic" sz="quarter" idx="16"/>
          </p:nvPr>
        </p:nvSpPr>
        <p:spPr>
          <a:xfrm>
            <a:off x="2703513" y="3032170"/>
            <a:ext cx="523779" cy="523780"/>
          </a:xfrm>
        </p:spPr>
        <p:txBody>
          <a:bodyPr>
            <a:normAutofit/>
          </a:bodyPr>
          <a:lstStyle>
            <a:lvl1pPr>
              <a:defRPr sz="1000">
                <a:solidFill>
                  <a:schemeClr val="tx1"/>
                </a:solidFill>
              </a:defRPr>
            </a:lvl1pPr>
          </a:lstStyle>
          <a:p>
            <a:endParaRPr lang="en-GB"/>
          </a:p>
        </p:txBody>
      </p:sp>
      <p:sp>
        <p:nvSpPr>
          <p:cNvPr id="17" name="Picture Placeholder 13">
            <a:extLst>
              <a:ext uri="{FF2B5EF4-FFF2-40B4-BE49-F238E27FC236}">
                <a16:creationId xmlns:a16="http://schemas.microsoft.com/office/drawing/2014/main" id="{3DFF13AD-E03F-F7A0-6EBF-1D4A1A9DBCA1}"/>
              </a:ext>
            </a:extLst>
          </p:cNvPr>
          <p:cNvSpPr>
            <a:spLocks noGrp="1"/>
          </p:cNvSpPr>
          <p:nvPr>
            <p:ph type="pic" sz="quarter" idx="17"/>
          </p:nvPr>
        </p:nvSpPr>
        <p:spPr>
          <a:xfrm>
            <a:off x="2703513" y="3857132"/>
            <a:ext cx="523779" cy="523780"/>
          </a:xfrm>
        </p:spPr>
        <p:txBody>
          <a:bodyPr>
            <a:normAutofit/>
          </a:bodyPr>
          <a:lstStyle>
            <a:lvl1pPr>
              <a:defRPr sz="1000">
                <a:solidFill>
                  <a:schemeClr val="tx1"/>
                </a:solidFill>
              </a:defRPr>
            </a:lvl1pPr>
          </a:lstStyle>
          <a:p>
            <a:endParaRPr lang="en-GB"/>
          </a:p>
        </p:txBody>
      </p:sp>
      <p:sp>
        <p:nvSpPr>
          <p:cNvPr id="18" name="Picture Placeholder 13">
            <a:extLst>
              <a:ext uri="{FF2B5EF4-FFF2-40B4-BE49-F238E27FC236}">
                <a16:creationId xmlns:a16="http://schemas.microsoft.com/office/drawing/2014/main" id="{6AB04580-4916-00AA-A8F7-FCFF0D44F367}"/>
              </a:ext>
            </a:extLst>
          </p:cNvPr>
          <p:cNvSpPr>
            <a:spLocks noGrp="1"/>
          </p:cNvSpPr>
          <p:nvPr>
            <p:ph type="pic" sz="quarter" idx="18"/>
          </p:nvPr>
        </p:nvSpPr>
        <p:spPr>
          <a:xfrm>
            <a:off x="2703513" y="4682094"/>
            <a:ext cx="523779" cy="523780"/>
          </a:xfrm>
        </p:spPr>
        <p:txBody>
          <a:bodyPr>
            <a:normAutofit/>
          </a:bodyPr>
          <a:lstStyle>
            <a:lvl1pPr>
              <a:defRPr sz="1000">
                <a:solidFill>
                  <a:schemeClr val="tx1"/>
                </a:solidFill>
              </a:defRPr>
            </a:lvl1pPr>
          </a:lstStyle>
          <a:p>
            <a:endParaRPr lang="en-GB"/>
          </a:p>
        </p:txBody>
      </p:sp>
      <p:sp>
        <p:nvSpPr>
          <p:cNvPr id="19" name="Picture Placeholder 13">
            <a:extLst>
              <a:ext uri="{FF2B5EF4-FFF2-40B4-BE49-F238E27FC236}">
                <a16:creationId xmlns:a16="http://schemas.microsoft.com/office/drawing/2014/main" id="{D801AEC6-DF83-F481-951B-A94269130B43}"/>
              </a:ext>
            </a:extLst>
          </p:cNvPr>
          <p:cNvSpPr>
            <a:spLocks noGrp="1"/>
          </p:cNvSpPr>
          <p:nvPr>
            <p:ph type="pic" sz="quarter" idx="19"/>
          </p:nvPr>
        </p:nvSpPr>
        <p:spPr>
          <a:xfrm>
            <a:off x="2703513" y="5507056"/>
            <a:ext cx="523779" cy="523780"/>
          </a:xfrm>
        </p:spPr>
        <p:txBody>
          <a:bodyPr>
            <a:normAutofit/>
          </a:bodyPr>
          <a:lstStyle>
            <a:lvl1pPr>
              <a:defRPr sz="1000">
                <a:solidFill>
                  <a:schemeClr val="tx1"/>
                </a:solidFill>
              </a:defRPr>
            </a:lvl1pPr>
          </a:lstStyle>
          <a:p>
            <a:endParaRPr lang="en-GB"/>
          </a:p>
        </p:txBody>
      </p:sp>
      <p:sp>
        <p:nvSpPr>
          <p:cNvPr id="20" name="Text Placeholder 29">
            <a:extLst>
              <a:ext uri="{FF2B5EF4-FFF2-40B4-BE49-F238E27FC236}">
                <a16:creationId xmlns:a16="http://schemas.microsoft.com/office/drawing/2014/main" id="{72973DFC-6171-0DFD-71C6-59997FA09975}"/>
              </a:ext>
            </a:extLst>
          </p:cNvPr>
          <p:cNvSpPr>
            <a:spLocks noGrp="1"/>
          </p:cNvSpPr>
          <p:nvPr>
            <p:ph type="body" sz="quarter" idx="12" hasCustomPrompt="1"/>
          </p:nvPr>
        </p:nvSpPr>
        <p:spPr>
          <a:xfrm>
            <a:off x="3509704" y="1382245"/>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1" name="Text Placeholder 29">
            <a:extLst>
              <a:ext uri="{FF2B5EF4-FFF2-40B4-BE49-F238E27FC236}">
                <a16:creationId xmlns:a16="http://schemas.microsoft.com/office/drawing/2014/main" id="{8F80F2FC-0C6A-45BA-E74B-9131EF9549B2}"/>
              </a:ext>
            </a:extLst>
          </p:cNvPr>
          <p:cNvSpPr>
            <a:spLocks noGrp="1"/>
          </p:cNvSpPr>
          <p:nvPr>
            <p:ph type="body" sz="quarter" idx="20" hasCustomPrompt="1"/>
          </p:nvPr>
        </p:nvSpPr>
        <p:spPr>
          <a:xfrm>
            <a:off x="3509704" y="2207209"/>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2" name="Text Placeholder 29">
            <a:extLst>
              <a:ext uri="{FF2B5EF4-FFF2-40B4-BE49-F238E27FC236}">
                <a16:creationId xmlns:a16="http://schemas.microsoft.com/office/drawing/2014/main" id="{9562AF29-3BC4-019C-8595-D09498EA2E9E}"/>
              </a:ext>
            </a:extLst>
          </p:cNvPr>
          <p:cNvSpPr>
            <a:spLocks noGrp="1"/>
          </p:cNvSpPr>
          <p:nvPr>
            <p:ph type="body" sz="quarter" idx="21" hasCustomPrompt="1"/>
          </p:nvPr>
        </p:nvSpPr>
        <p:spPr>
          <a:xfrm>
            <a:off x="3509704" y="3032170"/>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3" name="Text Placeholder 29">
            <a:extLst>
              <a:ext uri="{FF2B5EF4-FFF2-40B4-BE49-F238E27FC236}">
                <a16:creationId xmlns:a16="http://schemas.microsoft.com/office/drawing/2014/main" id="{7D5A6C05-246F-9B93-F926-B6AC356C30D9}"/>
              </a:ext>
            </a:extLst>
          </p:cNvPr>
          <p:cNvSpPr>
            <a:spLocks noGrp="1"/>
          </p:cNvSpPr>
          <p:nvPr>
            <p:ph type="body" sz="quarter" idx="22" hasCustomPrompt="1"/>
          </p:nvPr>
        </p:nvSpPr>
        <p:spPr>
          <a:xfrm>
            <a:off x="3509704" y="3857132"/>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4" name="Text Placeholder 29">
            <a:extLst>
              <a:ext uri="{FF2B5EF4-FFF2-40B4-BE49-F238E27FC236}">
                <a16:creationId xmlns:a16="http://schemas.microsoft.com/office/drawing/2014/main" id="{F2EE1EA3-B638-FE3D-0F2F-37FCB7A71F89}"/>
              </a:ext>
            </a:extLst>
          </p:cNvPr>
          <p:cNvSpPr>
            <a:spLocks noGrp="1"/>
          </p:cNvSpPr>
          <p:nvPr>
            <p:ph type="body" sz="quarter" idx="23" hasCustomPrompt="1"/>
          </p:nvPr>
        </p:nvSpPr>
        <p:spPr>
          <a:xfrm>
            <a:off x="3509704" y="4679265"/>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5" name="Text Placeholder 29">
            <a:extLst>
              <a:ext uri="{FF2B5EF4-FFF2-40B4-BE49-F238E27FC236}">
                <a16:creationId xmlns:a16="http://schemas.microsoft.com/office/drawing/2014/main" id="{77ECA0FA-2314-7192-185F-89F35B19314B}"/>
              </a:ext>
            </a:extLst>
          </p:cNvPr>
          <p:cNvSpPr>
            <a:spLocks noGrp="1"/>
          </p:cNvSpPr>
          <p:nvPr>
            <p:ph type="body" sz="quarter" idx="24" hasCustomPrompt="1"/>
          </p:nvPr>
        </p:nvSpPr>
        <p:spPr>
          <a:xfrm>
            <a:off x="3509704" y="5507056"/>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6" name="Text Placeholder 29">
            <a:extLst>
              <a:ext uri="{FF2B5EF4-FFF2-40B4-BE49-F238E27FC236}">
                <a16:creationId xmlns:a16="http://schemas.microsoft.com/office/drawing/2014/main" id="{42A54817-44EB-40C2-D8C3-A943F1D9322E}"/>
              </a:ext>
            </a:extLst>
          </p:cNvPr>
          <p:cNvSpPr>
            <a:spLocks noGrp="1"/>
          </p:cNvSpPr>
          <p:nvPr>
            <p:ph type="body" sz="quarter" idx="25" hasCustomPrompt="1"/>
          </p:nvPr>
        </p:nvSpPr>
        <p:spPr>
          <a:xfrm>
            <a:off x="6750447" y="1382245"/>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7" name="Text Placeholder 29">
            <a:extLst>
              <a:ext uri="{FF2B5EF4-FFF2-40B4-BE49-F238E27FC236}">
                <a16:creationId xmlns:a16="http://schemas.microsoft.com/office/drawing/2014/main" id="{5682C179-2910-7A45-2D26-2B7599A94280}"/>
              </a:ext>
            </a:extLst>
          </p:cNvPr>
          <p:cNvSpPr>
            <a:spLocks noGrp="1"/>
          </p:cNvSpPr>
          <p:nvPr>
            <p:ph type="body" sz="quarter" idx="26" hasCustomPrompt="1"/>
          </p:nvPr>
        </p:nvSpPr>
        <p:spPr>
          <a:xfrm>
            <a:off x="6750447" y="2207209"/>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8" name="Text Placeholder 29">
            <a:extLst>
              <a:ext uri="{FF2B5EF4-FFF2-40B4-BE49-F238E27FC236}">
                <a16:creationId xmlns:a16="http://schemas.microsoft.com/office/drawing/2014/main" id="{632DB566-FC10-871C-4F8C-C8D44C3DC2ED}"/>
              </a:ext>
            </a:extLst>
          </p:cNvPr>
          <p:cNvSpPr>
            <a:spLocks noGrp="1"/>
          </p:cNvSpPr>
          <p:nvPr>
            <p:ph type="body" sz="quarter" idx="27" hasCustomPrompt="1"/>
          </p:nvPr>
        </p:nvSpPr>
        <p:spPr>
          <a:xfrm>
            <a:off x="6750447" y="3032170"/>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9" name="Text Placeholder 29">
            <a:extLst>
              <a:ext uri="{FF2B5EF4-FFF2-40B4-BE49-F238E27FC236}">
                <a16:creationId xmlns:a16="http://schemas.microsoft.com/office/drawing/2014/main" id="{49E58398-EE12-9DC4-49AC-7DB4AE9AA08D}"/>
              </a:ext>
            </a:extLst>
          </p:cNvPr>
          <p:cNvSpPr>
            <a:spLocks noGrp="1"/>
          </p:cNvSpPr>
          <p:nvPr>
            <p:ph type="body" sz="quarter" idx="28" hasCustomPrompt="1"/>
          </p:nvPr>
        </p:nvSpPr>
        <p:spPr>
          <a:xfrm>
            <a:off x="6750447" y="3857132"/>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30" name="Text Placeholder 29">
            <a:extLst>
              <a:ext uri="{FF2B5EF4-FFF2-40B4-BE49-F238E27FC236}">
                <a16:creationId xmlns:a16="http://schemas.microsoft.com/office/drawing/2014/main" id="{DED2C998-0161-2571-7BF6-C229081287B8}"/>
              </a:ext>
            </a:extLst>
          </p:cNvPr>
          <p:cNvSpPr>
            <a:spLocks noGrp="1"/>
          </p:cNvSpPr>
          <p:nvPr>
            <p:ph type="body" sz="quarter" idx="29" hasCustomPrompt="1"/>
          </p:nvPr>
        </p:nvSpPr>
        <p:spPr>
          <a:xfrm>
            <a:off x="6750447" y="4679265"/>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31" name="Text Placeholder 29">
            <a:extLst>
              <a:ext uri="{FF2B5EF4-FFF2-40B4-BE49-F238E27FC236}">
                <a16:creationId xmlns:a16="http://schemas.microsoft.com/office/drawing/2014/main" id="{1ABBBC37-F0F7-7D16-C91B-1C33DF6ED05F}"/>
              </a:ext>
            </a:extLst>
          </p:cNvPr>
          <p:cNvSpPr>
            <a:spLocks noGrp="1"/>
          </p:cNvSpPr>
          <p:nvPr>
            <p:ph type="body" sz="quarter" idx="30" hasCustomPrompt="1"/>
          </p:nvPr>
        </p:nvSpPr>
        <p:spPr>
          <a:xfrm>
            <a:off x="6750447" y="5507056"/>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3" name="Google Shape;22;p26">
            <a:extLst>
              <a:ext uri="{FF2B5EF4-FFF2-40B4-BE49-F238E27FC236}">
                <a16:creationId xmlns:a16="http://schemas.microsoft.com/office/drawing/2014/main" id="{6B748954-01D9-1024-146C-7BB5E7844CE6}"/>
              </a:ext>
            </a:extLst>
          </p:cNvPr>
          <p:cNvSpPr txBox="1">
            <a:spLocks noGrp="1"/>
          </p:cNvSpPr>
          <p:nvPr>
            <p:ph type="ftr" idx="3"/>
          </p:nvPr>
        </p:nvSpPr>
        <p:spPr>
          <a:xfrm>
            <a:off x="9791247"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75000"/>
                    <a:lumOff val="25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sp>
        <p:nvSpPr>
          <p:cNvPr id="6" name="Google Shape;18;p26">
            <a:extLst>
              <a:ext uri="{FF2B5EF4-FFF2-40B4-BE49-F238E27FC236}">
                <a16:creationId xmlns:a16="http://schemas.microsoft.com/office/drawing/2014/main" id="{659F6186-7E74-4EB7-114C-04C4206C3C0B}"/>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Tree>
    <p:extLst>
      <p:ext uri="{BB962C8B-B14F-4D97-AF65-F5344CB8AC3E}">
        <p14:creationId xmlns:p14="http://schemas.microsoft.com/office/powerpoint/2010/main" val="34925464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Content with Subtitle 2">
    <p:bg>
      <p:bgPr>
        <a:solidFill>
          <a:schemeClr val="tx1"/>
        </a:solidFill>
        <a:effectLst/>
      </p:bgPr>
    </p:bg>
    <p:spTree>
      <p:nvGrpSpPr>
        <p:cNvPr id="1" name=""/>
        <p:cNvGrpSpPr/>
        <p:nvPr/>
      </p:nvGrpSpPr>
      <p:grpSpPr>
        <a:xfrm>
          <a:off x="0" y="0"/>
          <a:ext cx="0" cy="0"/>
          <a:chOff x="0" y="0"/>
          <a:chExt cx="0" cy="0"/>
        </a:xfrm>
      </p:grpSpPr>
      <p:sp>
        <p:nvSpPr>
          <p:cNvPr id="14" name="Text Placeholder 29">
            <a:extLst>
              <a:ext uri="{FF2B5EF4-FFF2-40B4-BE49-F238E27FC236}">
                <a16:creationId xmlns:a16="http://schemas.microsoft.com/office/drawing/2014/main" id="{0DEDA68D-6CAE-D022-A365-83EC3BD24C0E}"/>
              </a:ext>
            </a:extLst>
          </p:cNvPr>
          <p:cNvSpPr>
            <a:spLocks noGrp="1"/>
          </p:cNvSpPr>
          <p:nvPr>
            <p:ph type="body" sz="quarter" idx="25"/>
          </p:nvPr>
        </p:nvSpPr>
        <p:spPr>
          <a:xfrm>
            <a:off x="3698748"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15" name="Text Placeholder 29">
            <a:extLst>
              <a:ext uri="{FF2B5EF4-FFF2-40B4-BE49-F238E27FC236}">
                <a16:creationId xmlns:a16="http://schemas.microsoft.com/office/drawing/2014/main" id="{B2618AE6-FDBE-1354-D93B-8602477F4E75}"/>
              </a:ext>
            </a:extLst>
          </p:cNvPr>
          <p:cNvSpPr>
            <a:spLocks noGrp="1"/>
          </p:cNvSpPr>
          <p:nvPr>
            <p:ph type="body" sz="quarter" idx="26"/>
          </p:nvPr>
        </p:nvSpPr>
        <p:spPr>
          <a:xfrm>
            <a:off x="6397880"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22" name="Text Placeholder 29">
            <a:extLst>
              <a:ext uri="{FF2B5EF4-FFF2-40B4-BE49-F238E27FC236}">
                <a16:creationId xmlns:a16="http://schemas.microsoft.com/office/drawing/2014/main" id="{1B78320B-EF80-0262-B50A-37AED8749BD4}"/>
              </a:ext>
            </a:extLst>
          </p:cNvPr>
          <p:cNvSpPr>
            <a:spLocks noGrp="1"/>
          </p:cNvSpPr>
          <p:nvPr>
            <p:ph type="body" sz="quarter" idx="27"/>
          </p:nvPr>
        </p:nvSpPr>
        <p:spPr>
          <a:xfrm>
            <a:off x="9097013"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8" name="Text Placeholder 29">
            <a:extLst>
              <a:ext uri="{FF2B5EF4-FFF2-40B4-BE49-F238E27FC236}">
                <a16:creationId xmlns:a16="http://schemas.microsoft.com/office/drawing/2014/main" id="{BCE06CA3-FBDA-0DB1-EC08-8B166A08F26E}"/>
              </a:ext>
            </a:extLst>
          </p:cNvPr>
          <p:cNvSpPr>
            <a:spLocks noGrp="1"/>
          </p:cNvSpPr>
          <p:nvPr>
            <p:ph type="body" sz="quarter" idx="12"/>
          </p:nvPr>
        </p:nvSpPr>
        <p:spPr>
          <a:xfrm>
            <a:off x="999616"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6" name="Text Placeholder 29">
            <a:extLst>
              <a:ext uri="{FF2B5EF4-FFF2-40B4-BE49-F238E27FC236}">
                <a16:creationId xmlns:a16="http://schemas.microsoft.com/office/drawing/2014/main" id="{3DB8AE90-7EB1-5723-0F92-48827ECF6F3E}"/>
              </a:ext>
            </a:extLst>
          </p:cNvPr>
          <p:cNvSpPr>
            <a:spLocks noGrp="1"/>
          </p:cNvSpPr>
          <p:nvPr>
            <p:ph type="body" sz="quarter" idx="17"/>
          </p:nvPr>
        </p:nvSpPr>
        <p:spPr>
          <a:xfrm>
            <a:off x="999616"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13" name="Text Placeholder 29">
            <a:extLst>
              <a:ext uri="{FF2B5EF4-FFF2-40B4-BE49-F238E27FC236}">
                <a16:creationId xmlns:a16="http://schemas.microsoft.com/office/drawing/2014/main" id="{D040A3A8-1C48-A156-8029-7C18C4272F9F}"/>
              </a:ext>
            </a:extLst>
          </p:cNvPr>
          <p:cNvSpPr>
            <a:spLocks noGrp="1"/>
          </p:cNvSpPr>
          <p:nvPr>
            <p:ph type="body" sz="quarter" idx="21"/>
          </p:nvPr>
        </p:nvSpPr>
        <p:spPr>
          <a:xfrm>
            <a:off x="3698748"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0" name="Text Placeholder 29">
            <a:extLst>
              <a:ext uri="{FF2B5EF4-FFF2-40B4-BE49-F238E27FC236}">
                <a16:creationId xmlns:a16="http://schemas.microsoft.com/office/drawing/2014/main" id="{0BB47F86-F305-9165-364E-B5101312E550}"/>
              </a:ext>
            </a:extLst>
          </p:cNvPr>
          <p:cNvSpPr>
            <a:spLocks noGrp="1"/>
          </p:cNvSpPr>
          <p:nvPr>
            <p:ph type="body" sz="quarter" idx="22"/>
          </p:nvPr>
        </p:nvSpPr>
        <p:spPr>
          <a:xfrm>
            <a:off x="6397881"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1" name="Text Placeholder 29">
            <a:extLst>
              <a:ext uri="{FF2B5EF4-FFF2-40B4-BE49-F238E27FC236}">
                <a16:creationId xmlns:a16="http://schemas.microsoft.com/office/drawing/2014/main" id="{42ADFDFF-05A9-4992-8DD0-3EC768B002EB}"/>
              </a:ext>
            </a:extLst>
          </p:cNvPr>
          <p:cNvSpPr>
            <a:spLocks noGrp="1"/>
          </p:cNvSpPr>
          <p:nvPr>
            <p:ph type="body" sz="quarter" idx="23"/>
          </p:nvPr>
        </p:nvSpPr>
        <p:spPr>
          <a:xfrm>
            <a:off x="9097013"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4" name="Graphic 3">
            <a:extLst>
              <a:ext uri="{FF2B5EF4-FFF2-40B4-BE49-F238E27FC236}">
                <a16:creationId xmlns:a16="http://schemas.microsoft.com/office/drawing/2014/main" id="{46047695-D2A7-8CC8-6237-AB6999393F4C}"/>
              </a:ext>
            </a:extLst>
          </p:cNvPr>
          <p:cNvPicPr>
            <a:picLocks noChangeAspect="1"/>
          </p:cNvPicPr>
          <p:nvPr userDrawn="1"/>
        </p:nvPicPr>
        <p:blipFill>
          <a:blip r:embed="rId3">
            <a:extLst>
              <a:ext uri="{96DAC541-7B7A-43D3-8B79-37D633B846F1}">
                <asvg:svgBlip xmlns:asvg="http://schemas.microsoft.com/office/drawing/2016/SVG/main" r:embed="rId4"/>
              </a:ext>
            </a:extLst>
          </a:blip>
          <a:srcRect l="8134" t="14156" r="57486" b="13360"/>
          <a:stretch/>
        </p:blipFill>
        <p:spPr>
          <a:xfrm>
            <a:off x="211950" y="238991"/>
            <a:ext cx="572667" cy="629932"/>
          </a:xfrm>
          <a:prstGeom prst="rect">
            <a:avLst/>
          </a:prstGeom>
        </p:spPr>
      </p:pic>
      <p:sp>
        <p:nvSpPr>
          <p:cNvPr id="10" name="Google Shape;18;p26">
            <a:extLst>
              <a:ext uri="{FF2B5EF4-FFF2-40B4-BE49-F238E27FC236}">
                <a16:creationId xmlns:a16="http://schemas.microsoft.com/office/drawing/2014/main" id="{40BA8D3D-17C0-D789-C333-63552D006772}"/>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3" name="Google Shape;22;p26">
            <a:extLst>
              <a:ext uri="{FF2B5EF4-FFF2-40B4-BE49-F238E27FC236}">
                <a16:creationId xmlns:a16="http://schemas.microsoft.com/office/drawing/2014/main" id="{76027FBC-A175-7DE8-4A2B-184B4960BC7A}"/>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6" name="Google Shape;21;p33">
            <a:extLst>
              <a:ext uri="{FF2B5EF4-FFF2-40B4-BE49-F238E27FC236}">
                <a16:creationId xmlns:a16="http://schemas.microsoft.com/office/drawing/2014/main" id="{A49585B3-35BC-8996-1ED1-14311B3BFE82}"/>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a:solidFill>
                <a:srgbClr val="BABABA"/>
              </a:solidFill>
            </a:endParaRPr>
          </a:p>
        </p:txBody>
      </p:sp>
    </p:spTree>
    <p:extLst>
      <p:ext uri="{BB962C8B-B14F-4D97-AF65-F5344CB8AC3E}">
        <p14:creationId xmlns:p14="http://schemas.microsoft.com/office/powerpoint/2010/main" val="17144653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Title Content with Subtitle 2">
    <p:bg>
      <p:bgPr>
        <a:solidFill>
          <a:schemeClr val="bg1"/>
        </a:solidFill>
        <a:effectLst/>
      </p:bgPr>
    </p:bg>
    <p:spTree>
      <p:nvGrpSpPr>
        <p:cNvPr id="1" name=""/>
        <p:cNvGrpSpPr/>
        <p:nvPr/>
      </p:nvGrpSpPr>
      <p:grpSpPr>
        <a:xfrm>
          <a:off x="0" y="0"/>
          <a:ext cx="0" cy="0"/>
          <a:chOff x="0" y="0"/>
          <a:chExt cx="0" cy="0"/>
        </a:xfrm>
      </p:grpSpPr>
      <p:sp>
        <p:nvSpPr>
          <p:cNvPr id="3" name="Google Shape;22;p26">
            <a:extLst>
              <a:ext uri="{FF2B5EF4-FFF2-40B4-BE49-F238E27FC236}">
                <a16:creationId xmlns:a16="http://schemas.microsoft.com/office/drawing/2014/main" id="{9B989E15-C64E-6380-C523-FD6D0E7C97E8}"/>
              </a:ext>
            </a:extLst>
          </p:cNvPr>
          <p:cNvSpPr txBox="1">
            <a:spLocks noGrp="1"/>
          </p:cNvSpPr>
          <p:nvPr>
            <p:ph type="ftr" idx="3"/>
          </p:nvPr>
        </p:nvSpPr>
        <p:spPr>
          <a:xfrm>
            <a:off x="9791247"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75000"/>
                    <a:lumOff val="25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sp>
        <p:nvSpPr>
          <p:cNvPr id="6" name="Google Shape;18;p26">
            <a:extLst>
              <a:ext uri="{FF2B5EF4-FFF2-40B4-BE49-F238E27FC236}">
                <a16:creationId xmlns:a16="http://schemas.microsoft.com/office/drawing/2014/main" id="{C00BB305-E640-844F-1221-CD11AFE33D63}"/>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7" name="Text Placeholder 29">
            <a:extLst>
              <a:ext uri="{FF2B5EF4-FFF2-40B4-BE49-F238E27FC236}">
                <a16:creationId xmlns:a16="http://schemas.microsoft.com/office/drawing/2014/main" id="{0D0E09BA-1A8E-C1D3-D61B-400A35448717}"/>
              </a:ext>
            </a:extLst>
          </p:cNvPr>
          <p:cNvSpPr>
            <a:spLocks noGrp="1"/>
          </p:cNvSpPr>
          <p:nvPr>
            <p:ph type="body" sz="quarter" idx="25"/>
          </p:nvPr>
        </p:nvSpPr>
        <p:spPr>
          <a:xfrm>
            <a:off x="3698748" y="2483871"/>
            <a:ext cx="2537011" cy="1058772"/>
          </a:xfrm>
          <a:prstGeom prst="roundRect">
            <a:avLst>
              <a:gd name="adj" fmla="val 18596"/>
            </a:avLst>
          </a:prstGeom>
          <a:ln w="12700">
            <a:solidFill>
              <a:schemeClr val="tx1"/>
            </a:solidFill>
          </a:ln>
        </p:spPr>
        <p:txBody>
          <a:bodyPr vert="horz" lIns="0" tIns="0" rIns="0" bIns="0" rtlCol="0" anchor="ctr">
            <a:normAutofit/>
          </a:bodyPr>
          <a:lstStyle>
            <a:lvl1pPr algn="ctr">
              <a:defRPr lang="en-GB" sz="1800" b="0" i="0" spc="0" dirty="0">
                <a:solidFill>
                  <a:schemeClr val="tx1"/>
                </a:solidFill>
              </a:defRPr>
            </a:lvl1pPr>
          </a:lstStyle>
          <a:p>
            <a:pPr lvl="0" algn="ctr">
              <a:lnSpc>
                <a:spcPct val="100000"/>
              </a:lnSpc>
              <a:spcBef>
                <a:spcPts val="0"/>
              </a:spcBef>
              <a:spcAft>
                <a:spcPts val="600"/>
              </a:spcAft>
            </a:pPr>
            <a:endParaRPr lang="en-GB"/>
          </a:p>
        </p:txBody>
      </p:sp>
      <p:sp>
        <p:nvSpPr>
          <p:cNvPr id="10" name="Text Placeholder 29">
            <a:extLst>
              <a:ext uri="{FF2B5EF4-FFF2-40B4-BE49-F238E27FC236}">
                <a16:creationId xmlns:a16="http://schemas.microsoft.com/office/drawing/2014/main" id="{FE63F417-6006-9A64-A894-FABE0925D42E}"/>
              </a:ext>
            </a:extLst>
          </p:cNvPr>
          <p:cNvSpPr>
            <a:spLocks noGrp="1"/>
          </p:cNvSpPr>
          <p:nvPr>
            <p:ph type="body" sz="quarter" idx="26"/>
          </p:nvPr>
        </p:nvSpPr>
        <p:spPr>
          <a:xfrm>
            <a:off x="6397880" y="2483871"/>
            <a:ext cx="2537011" cy="1058772"/>
          </a:xfrm>
          <a:prstGeom prst="roundRect">
            <a:avLst>
              <a:gd name="adj" fmla="val 18596"/>
            </a:avLst>
          </a:prstGeom>
          <a:ln w="12700">
            <a:solidFill>
              <a:schemeClr val="tx1"/>
            </a:solidFill>
          </a:ln>
        </p:spPr>
        <p:txBody>
          <a:bodyPr vert="horz" lIns="0" tIns="0" rIns="0" bIns="0" rtlCol="0" anchor="ctr">
            <a:normAutofit/>
          </a:bodyPr>
          <a:lstStyle>
            <a:lvl1pPr algn="ctr">
              <a:defRPr lang="en-GB" sz="1800" b="0" i="0" spc="0" dirty="0">
                <a:solidFill>
                  <a:schemeClr val="tx1"/>
                </a:solidFill>
              </a:defRPr>
            </a:lvl1pPr>
          </a:lstStyle>
          <a:p>
            <a:pPr lvl="0" algn="ctr">
              <a:lnSpc>
                <a:spcPct val="100000"/>
              </a:lnSpc>
              <a:spcBef>
                <a:spcPts val="0"/>
              </a:spcBef>
              <a:spcAft>
                <a:spcPts val="600"/>
              </a:spcAft>
            </a:pPr>
            <a:endParaRPr lang="en-GB"/>
          </a:p>
        </p:txBody>
      </p:sp>
      <p:sp>
        <p:nvSpPr>
          <p:cNvPr id="13" name="Text Placeholder 29">
            <a:extLst>
              <a:ext uri="{FF2B5EF4-FFF2-40B4-BE49-F238E27FC236}">
                <a16:creationId xmlns:a16="http://schemas.microsoft.com/office/drawing/2014/main" id="{01384AD7-7B64-F585-993B-4885BB7F87BF}"/>
              </a:ext>
            </a:extLst>
          </p:cNvPr>
          <p:cNvSpPr>
            <a:spLocks noGrp="1"/>
          </p:cNvSpPr>
          <p:nvPr>
            <p:ph type="body" sz="quarter" idx="27"/>
          </p:nvPr>
        </p:nvSpPr>
        <p:spPr>
          <a:xfrm>
            <a:off x="9097013" y="2483871"/>
            <a:ext cx="2537011" cy="1058772"/>
          </a:xfrm>
          <a:prstGeom prst="roundRect">
            <a:avLst>
              <a:gd name="adj" fmla="val 18596"/>
            </a:avLst>
          </a:prstGeom>
          <a:ln w="12700">
            <a:solidFill>
              <a:schemeClr val="tx1"/>
            </a:solidFill>
          </a:ln>
        </p:spPr>
        <p:txBody>
          <a:bodyPr vert="horz" lIns="0" tIns="0" rIns="0" bIns="0" rtlCol="0" anchor="ctr">
            <a:normAutofit/>
          </a:bodyPr>
          <a:lstStyle>
            <a:lvl1pPr algn="ctr">
              <a:defRPr lang="en-GB" sz="1800" b="0" i="0" spc="0" dirty="0">
                <a:solidFill>
                  <a:schemeClr val="tx1"/>
                </a:solidFill>
              </a:defRPr>
            </a:lvl1pPr>
          </a:lstStyle>
          <a:p>
            <a:pPr lvl="0" algn="ctr">
              <a:lnSpc>
                <a:spcPct val="100000"/>
              </a:lnSpc>
              <a:spcBef>
                <a:spcPts val="0"/>
              </a:spcBef>
              <a:spcAft>
                <a:spcPts val="600"/>
              </a:spcAft>
            </a:pPr>
            <a:endParaRPr lang="en-GB"/>
          </a:p>
        </p:txBody>
      </p:sp>
      <p:sp>
        <p:nvSpPr>
          <p:cNvPr id="15" name="Text Placeholder 29">
            <a:extLst>
              <a:ext uri="{FF2B5EF4-FFF2-40B4-BE49-F238E27FC236}">
                <a16:creationId xmlns:a16="http://schemas.microsoft.com/office/drawing/2014/main" id="{44476820-AC10-F46C-AE32-BFF2361972A8}"/>
              </a:ext>
            </a:extLst>
          </p:cNvPr>
          <p:cNvSpPr>
            <a:spLocks noGrp="1"/>
          </p:cNvSpPr>
          <p:nvPr>
            <p:ph type="body" sz="quarter" idx="12"/>
          </p:nvPr>
        </p:nvSpPr>
        <p:spPr>
          <a:xfrm>
            <a:off x="999616"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chemeClr val="tx1"/>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chemeClr val="tx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6" name="Text Placeholder 29">
            <a:extLst>
              <a:ext uri="{FF2B5EF4-FFF2-40B4-BE49-F238E27FC236}">
                <a16:creationId xmlns:a16="http://schemas.microsoft.com/office/drawing/2014/main" id="{0431D914-25FF-86D7-FDF9-31BAB47FF10F}"/>
              </a:ext>
            </a:extLst>
          </p:cNvPr>
          <p:cNvSpPr>
            <a:spLocks noGrp="1"/>
          </p:cNvSpPr>
          <p:nvPr>
            <p:ph type="body" sz="quarter" idx="17"/>
          </p:nvPr>
        </p:nvSpPr>
        <p:spPr>
          <a:xfrm>
            <a:off x="999616" y="2483871"/>
            <a:ext cx="2537011" cy="1058772"/>
          </a:xfrm>
          <a:prstGeom prst="roundRect">
            <a:avLst>
              <a:gd name="adj" fmla="val 18596"/>
            </a:avLst>
          </a:prstGeom>
          <a:ln w="12700">
            <a:solidFill>
              <a:schemeClr val="tx1"/>
            </a:solidFill>
          </a:ln>
        </p:spPr>
        <p:txBody>
          <a:bodyPr vert="horz" lIns="0" tIns="0" rIns="0" bIns="0" rtlCol="0" anchor="ctr">
            <a:normAutofit/>
          </a:bodyPr>
          <a:lstStyle>
            <a:lvl1pPr algn="ctr">
              <a:defRPr lang="en-GB" sz="1800" b="0" i="0" spc="0" dirty="0">
                <a:solidFill>
                  <a:schemeClr val="tx1"/>
                </a:solidFill>
              </a:defRPr>
            </a:lvl1pPr>
          </a:lstStyle>
          <a:p>
            <a:pPr lvl="0" algn="ctr">
              <a:lnSpc>
                <a:spcPct val="100000"/>
              </a:lnSpc>
              <a:spcBef>
                <a:spcPts val="0"/>
              </a:spcBef>
              <a:spcAft>
                <a:spcPts val="600"/>
              </a:spcAft>
            </a:pPr>
            <a:endParaRPr lang="en-GB"/>
          </a:p>
        </p:txBody>
      </p:sp>
      <p:sp>
        <p:nvSpPr>
          <p:cNvPr id="17" name="Text Placeholder 29">
            <a:extLst>
              <a:ext uri="{FF2B5EF4-FFF2-40B4-BE49-F238E27FC236}">
                <a16:creationId xmlns:a16="http://schemas.microsoft.com/office/drawing/2014/main" id="{D83B7310-9BCE-4468-5E9D-8DDE65441AE2}"/>
              </a:ext>
            </a:extLst>
          </p:cNvPr>
          <p:cNvSpPr>
            <a:spLocks noGrp="1"/>
          </p:cNvSpPr>
          <p:nvPr>
            <p:ph type="body" sz="quarter" idx="21"/>
          </p:nvPr>
        </p:nvSpPr>
        <p:spPr>
          <a:xfrm>
            <a:off x="3698748"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chemeClr val="tx1"/>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chemeClr val="tx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8" name="Text Placeholder 29">
            <a:extLst>
              <a:ext uri="{FF2B5EF4-FFF2-40B4-BE49-F238E27FC236}">
                <a16:creationId xmlns:a16="http://schemas.microsoft.com/office/drawing/2014/main" id="{38A1D99D-33A4-1B2E-F589-8C9FB914652A}"/>
              </a:ext>
            </a:extLst>
          </p:cNvPr>
          <p:cNvSpPr>
            <a:spLocks noGrp="1"/>
          </p:cNvSpPr>
          <p:nvPr>
            <p:ph type="body" sz="quarter" idx="22"/>
          </p:nvPr>
        </p:nvSpPr>
        <p:spPr>
          <a:xfrm>
            <a:off x="6397881"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chemeClr val="tx1"/>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chemeClr val="tx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9" name="Text Placeholder 29">
            <a:extLst>
              <a:ext uri="{FF2B5EF4-FFF2-40B4-BE49-F238E27FC236}">
                <a16:creationId xmlns:a16="http://schemas.microsoft.com/office/drawing/2014/main" id="{EC5EFD97-771E-7331-840A-515C3296796B}"/>
              </a:ext>
            </a:extLst>
          </p:cNvPr>
          <p:cNvSpPr>
            <a:spLocks noGrp="1"/>
          </p:cNvSpPr>
          <p:nvPr>
            <p:ph type="body" sz="quarter" idx="23"/>
          </p:nvPr>
        </p:nvSpPr>
        <p:spPr>
          <a:xfrm>
            <a:off x="9097013"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chemeClr val="tx1"/>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chemeClr val="tx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13952501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itle Content with Subtitle 2">
    <p:bg>
      <p:bgPr>
        <a:solidFill>
          <a:schemeClr val="tx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6CC7ED2-4130-8BAA-9526-2D8799302F49}"/>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2" name="Google Shape;18;p26">
            <a:extLst>
              <a:ext uri="{FF2B5EF4-FFF2-40B4-BE49-F238E27FC236}">
                <a16:creationId xmlns:a16="http://schemas.microsoft.com/office/drawing/2014/main" id="{6C79224C-660E-866A-4310-65AD7FA56EB7}"/>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16" name="Text Placeholder 29">
            <a:extLst>
              <a:ext uri="{FF2B5EF4-FFF2-40B4-BE49-F238E27FC236}">
                <a16:creationId xmlns:a16="http://schemas.microsoft.com/office/drawing/2014/main" id="{7261AA00-40F1-D4FF-078F-0421A78005E0}"/>
              </a:ext>
            </a:extLst>
          </p:cNvPr>
          <p:cNvSpPr>
            <a:spLocks noGrp="1"/>
          </p:cNvSpPr>
          <p:nvPr>
            <p:ph type="body" sz="quarter" idx="17"/>
          </p:nvPr>
        </p:nvSpPr>
        <p:spPr>
          <a:xfrm>
            <a:off x="993896" y="2494889"/>
            <a:ext cx="3332818" cy="1058772"/>
          </a:xfrm>
          <a:prstGeom prst="roundRect">
            <a:avLst>
              <a:gd name="adj" fmla="val 16502"/>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4"/>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4"/>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7" name="Text Placeholder 29">
            <a:extLst>
              <a:ext uri="{FF2B5EF4-FFF2-40B4-BE49-F238E27FC236}">
                <a16:creationId xmlns:a16="http://schemas.microsoft.com/office/drawing/2014/main" id="{76F2DFD6-04C7-924C-9200-A415D6C0CAA9}"/>
              </a:ext>
            </a:extLst>
          </p:cNvPr>
          <p:cNvSpPr>
            <a:spLocks noGrp="1"/>
          </p:cNvSpPr>
          <p:nvPr>
            <p:ph type="body" sz="quarter" idx="28"/>
          </p:nvPr>
        </p:nvSpPr>
        <p:spPr>
          <a:xfrm>
            <a:off x="4651496" y="2494889"/>
            <a:ext cx="3332818" cy="1058772"/>
          </a:xfrm>
          <a:prstGeom prst="roundRect">
            <a:avLst>
              <a:gd name="adj" fmla="val 16502"/>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4"/>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4"/>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8" name="Text Placeholder 29">
            <a:extLst>
              <a:ext uri="{FF2B5EF4-FFF2-40B4-BE49-F238E27FC236}">
                <a16:creationId xmlns:a16="http://schemas.microsoft.com/office/drawing/2014/main" id="{5339B713-39D3-066D-F35C-4D0F63F3B8E3}"/>
              </a:ext>
            </a:extLst>
          </p:cNvPr>
          <p:cNvSpPr>
            <a:spLocks noGrp="1"/>
          </p:cNvSpPr>
          <p:nvPr>
            <p:ph type="body" sz="quarter" idx="29"/>
          </p:nvPr>
        </p:nvSpPr>
        <p:spPr>
          <a:xfrm>
            <a:off x="8309096" y="2494889"/>
            <a:ext cx="3332818" cy="1058772"/>
          </a:xfrm>
          <a:prstGeom prst="roundRect">
            <a:avLst>
              <a:gd name="adj" fmla="val 16502"/>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4"/>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4"/>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2" name="Google Shape;22;p26">
            <a:extLst>
              <a:ext uri="{FF2B5EF4-FFF2-40B4-BE49-F238E27FC236}">
                <a16:creationId xmlns:a16="http://schemas.microsoft.com/office/drawing/2014/main" id="{00C2046C-7F7E-1658-FAEB-8157C4CA1087}"/>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6" name="Google Shape;21;p33">
            <a:extLst>
              <a:ext uri="{FF2B5EF4-FFF2-40B4-BE49-F238E27FC236}">
                <a16:creationId xmlns:a16="http://schemas.microsoft.com/office/drawing/2014/main" id="{9F23EE78-4B7C-FE88-A9FB-C27A7529A776}"/>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a:solidFill>
                <a:srgbClr val="BABABA"/>
              </a:solidFill>
            </a:endParaRPr>
          </a:p>
        </p:txBody>
      </p:sp>
      <p:sp>
        <p:nvSpPr>
          <p:cNvPr id="7" name="Text Placeholder 29">
            <a:extLst>
              <a:ext uri="{FF2B5EF4-FFF2-40B4-BE49-F238E27FC236}">
                <a16:creationId xmlns:a16="http://schemas.microsoft.com/office/drawing/2014/main" id="{B77E4802-0012-E92E-1944-2EE244FDA526}"/>
              </a:ext>
            </a:extLst>
          </p:cNvPr>
          <p:cNvSpPr>
            <a:spLocks noGrp="1"/>
          </p:cNvSpPr>
          <p:nvPr>
            <p:ph type="body" sz="quarter" idx="23"/>
          </p:nvPr>
        </p:nvSpPr>
        <p:spPr>
          <a:xfrm>
            <a:off x="8309097" y="3802373"/>
            <a:ext cx="3324928"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4"/>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29">
            <a:extLst>
              <a:ext uri="{FF2B5EF4-FFF2-40B4-BE49-F238E27FC236}">
                <a16:creationId xmlns:a16="http://schemas.microsoft.com/office/drawing/2014/main" id="{37582DCF-E36F-AD98-F54F-8875B55C8EC0}"/>
              </a:ext>
            </a:extLst>
          </p:cNvPr>
          <p:cNvSpPr>
            <a:spLocks noGrp="1"/>
          </p:cNvSpPr>
          <p:nvPr>
            <p:ph type="body" sz="quarter" idx="30"/>
          </p:nvPr>
        </p:nvSpPr>
        <p:spPr>
          <a:xfrm>
            <a:off x="4659386" y="3802373"/>
            <a:ext cx="3324928"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4"/>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29">
            <a:extLst>
              <a:ext uri="{FF2B5EF4-FFF2-40B4-BE49-F238E27FC236}">
                <a16:creationId xmlns:a16="http://schemas.microsoft.com/office/drawing/2014/main" id="{6D052637-4413-4A99-1305-821EB135317A}"/>
              </a:ext>
            </a:extLst>
          </p:cNvPr>
          <p:cNvSpPr>
            <a:spLocks noGrp="1"/>
          </p:cNvSpPr>
          <p:nvPr>
            <p:ph type="body" sz="quarter" idx="31"/>
          </p:nvPr>
        </p:nvSpPr>
        <p:spPr>
          <a:xfrm>
            <a:off x="1009675" y="3802373"/>
            <a:ext cx="3324928"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4"/>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22126560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8_Title Content with Subtitle 2">
    <p:spTree>
      <p:nvGrpSpPr>
        <p:cNvPr id="1" name=""/>
        <p:cNvGrpSpPr/>
        <p:nvPr/>
      </p:nvGrpSpPr>
      <p:grpSpPr>
        <a:xfrm>
          <a:off x="0" y="0"/>
          <a:ext cx="0" cy="0"/>
          <a:chOff x="0" y="0"/>
          <a:chExt cx="0" cy="0"/>
        </a:xfrm>
      </p:grpSpPr>
      <p:sp>
        <p:nvSpPr>
          <p:cNvPr id="2" name="Text Placeholder 29">
            <a:extLst>
              <a:ext uri="{FF2B5EF4-FFF2-40B4-BE49-F238E27FC236}">
                <a16:creationId xmlns:a16="http://schemas.microsoft.com/office/drawing/2014/main" id="{1AC42BE0-2D56-2D92-48B8-04B90717018D}"/>
              </a:ext>
            </a:extLst>
          </p:cNvPr>
          <p:cNvSpPr>
            <a:spLocks noGrp="1"/>
          </p:cNvSpPr>
          <p:nvPr>
            <p:ph type="body" sz="quarter" idx="17"/>
          </p:nvPr>
        </p:nvSpPr>
        <p:spPr>
          <a:xfrm>
            <a:off x="993896" y="2032876"/>
            <a:ext cx="3332818" cy="1058772"/>
          </a:xfrm>
          <a:prstGeom prst="roundRect">
            <a:avLst>
              <a:gd name="adj" fmla="val 16502"/>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3" name="Google Shape;22;p26">
            <a:extLst>
              <a:ext uri="{FF2B5EF4-FFF2-40B4-BE49-F238E27FC236}">
                <a16:creationId xmlns:a16="http://schemas.microsoft.com/office/drawing/2014/main" id="{BDF998BC-F153-B576-C507-41EDE28E04E2}"/>
              </a:ext>
            </a:extLst>
          </p:cNvPr>
          <p:cNvSpPr txBox="1">
            <a:spLocks noGrp="1"/>
          </p:cNvSpPr>
          <p:nvPr>
            <p:ph type="ftr" idx="3"/>
          </p:nvPr>
        </p:nvSpPr>
        <p:spPr>
          <a:xfrm>
            <a:off x="9791247"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75000"/>
                    <a:lumOff val="25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sp>
        <p:nvSpPr>
          <p:cNvPr id="7" name="Google Shape;18;p26">
            <a:extLst>
              <a:ext uri="{FF2B5EF4-FFF2-40B4-BE49-F238E27FC236}">
                <a16:creationId xmlns:a16="http://schemas.microsoft.com/office/drawing/2014/main" id="{0279D595-C019-D9CB-AFBF-9163B5AAE44C}"/>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10" name="Text Placeholder 29">
            <a:extLst>
              <a:ext uri="{FF2B5EF4-FFF2-40B4-BE49-F238E27FC236}">
                <a16:creationId xmlns:a16="http://schemas.microsoft.com/office/drawing/2014/main" id="{AD08BCF9-0055-C53E-29A2-D708FB041964}"/>
              </a:ext>
            </a:extLst>
          </p:cNvPr>
          <p:cNvSpPr>
            <a:spLocks noGrp="1"/>
          </p:cNvSpPr>
          <p:nvPr>
            <p:ph type="body" sz="quarter" idx="28"/>
          </p:nvPr>
        </p:nvSpPr>
        <p:spPr>
          <a:xfrm>
            <a:off x="4651496" y="2032876"/>
            <a:ext cx="3332818" cy="1058772"/>
          </a:xfrm>
          <a:prstGeom prst="roundRect">
            <a:avLst>
              <a:gd name="adj" fmla="val 16502"/>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2" name="Text Placeholder 29">
            <a:extLst>
              <a:ext uri="{FF2B5EF4-FFF2-40B4-BE49-F238E27FC236}">
                <a16:creationId xmlns:a16="http://schemas.microsoft.com/office/drawing/2014/main" id="{BA20B6CD-2456-61B2-309E-83E5134297CD}"/>
              </a:ext>
            </a:extLst>
          </p:cNvPr>
          <p:cNvSpPr>
            <a:spLocks noGrp="1"/>
          </p:cNvSpPr>
          <p:nvPr>
            <p:ph type="body" sz="quarter" idx="29"/>
          </p:nvPr>
        </p:nvSpPr>
        <p:spPr>
          <a:xfrm>
            <a:off x="8309096" y="2032876"/>
            <a:ext cx="3332818" cy="1058772"/>
          </a:xfrm>
          <a:prstGeom prst="roundRect">
            <a:avLst>
              <a:gd name="adj" fmla="val 16502"/>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5" name="Text Placeholder 29">
            <a:extLst>
              <a:ext uri="{FF2B5EF4-FFF2-40B4-BE49-F238E27FC236}">
                <a16:creationId xmlns:a16="http://schemas.microsoft.com/office/drawing/2014/main" id="{13FE3F9D-E23C-938C-7DB6-F23E94329FC5}"/>
              </a:ext>
            </a:extLst>
          </p:cNvPr>
          <p:cNvSpPr>
            <a:spLocks noGrp="1"/>
          </p:cNvSpPr>
          <p:nvPr>
            <p:ph type="body" sz="quarter" idx="30"/>
          </p:nvPr>
        </p:nvSpPr>
        <p:spPr>
          <a:xfrm>
            <a:off x="8309096" y="3379919"/>
            <a:ext cx="3324928" cy="2087230"/>
          </a:xfrm>
        </p:spPr>
        <p:txBody>
          <a:bodyPr lIns="0" tIns="0" rIns="0" bIns="0">
            <a:normAutofit/>
          </a:bodyPr>
          <a:lstStyle>
            <a:lvl1pPr marL="0" indent="0">
              <a:lnSpc>
                <a:spcPct val="100000"/>
              </a:lnSpc>
              <a:spcBef>
                <a:spcPts val="1328"/>
              </a:spcBef>
              <a:spcAft>
                <a:spcPts val="0"/>
              </a:spcAft>
              <a:defRPr sz="1600" b="0" i="0" spc="0">
                <a:solidFill>
                  <a:schemeClr val="tx1"/>
                </a:solidFill>
                <a:latin typeface="Funnel Sans" pitchFamily="2" charset="0"/>
              </a:defRPr>
            </a:lvl1pPr>
            <a:lvl2pPr marL="216000" indent="-216000">
              <a:lnSpc>
                <a:spcPct val="100000"/>
              </a:lnSpc>
              <a:buFontTx/>
              <a:buBlip>
                <a:blip r:embed="rId3"/>
              </a:buBlip>
              <a:defRPr sz="1600" b="0" i="0">
                <a:solidFill>
                  <a:schemeClr val="tx1"/>
                </a:solidFill>
                <a:latin typeface="Funnel Sans" pitchFamily="2" charset="0"/>
              </a:defRPr>
            </a:lvl2pPr>
            <a:lvl3pPr marL="576000" indent="-217560">
              <a:lnSpc>
                <a:spcPct val="100000"/>
              </a:lnSpc>
              <a:buFontTx/>
              <a:buBlip>
                <a:blip r:embed="rId3"/>
              </a:buBlip>
              <a:defRPr sz="1400" b="0" i="0">
                <a:solidFill>
                  <a:schemeClr val="tx1"/>
                </a:solidFill>
                <a:latin typeface="Funnel Sans" pitchFamily="2" charset="0"/>
              </a:defRPr>
            </a:lvl3pPr>
            <a:lvl4pPr marL="936000" indent="-216000">
              <a:lnSpc>
                <a:spcPct val="100000"/>
              </a:lnSpc>
              <a:buFontTx/>
              <a:buBlip>
                <a:blip r:embed="rId3"/>
              </a:buBlip>
              <a:defRPr sz="12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29">
            <a:extLst>
              <a:ext uri="{FF2B5EF4-FFF2-40B4-BE49-F238E27FC236}">
                <a16:creationId xmlns:a16="http://schemas.microsoft.com/office/drawing/2014/main" id="{A03FF69E-9DBB-B947-BE0C-347517872542}"/>
              </a:ext>
            </a:extLst>
          </p:cNvPr>
          <p:cNvSpPr>
            <a:spLocks noGrp="1"/>
          </p:cNvSpPr>
          <p:nvPr>
            <p:ph type="body" sz="quarter" idx="31"/>
          </p:nvPr>
        </p:nvSpPr>
        <p:spPr>
          <a:xfrm>
            <a:off x="4651496" y="3379919"/>
            <a:ext cx="3324928" cy="2087230"/>
          </a:xfrm>
        </p:spPr>
        <p:txBody>
          <a:bodyPr lIns="0" tIns="0" rIns="0" bIns="0">
            <a:normAutofit/>
          </a:bodyPr>
          <a:lstStyle>
            <a:lvl1pPr marL="0" indent="0">
              <a:lnSpc>
                <a:spcPct val="100000"/>
              </a:lnSpc>
              <a:spcBef>
                <a:spcPts val="1328"/>
              </a:spcBef>
              <a:spcAft>
                <a:spcPts val="0"/>
              </a:spcAft>
              <a:defRPr sz="1600" b="0" i="0" spc="0">
                <a:solidFill>
                  <a:schemeClr val="tx1"/>
                </a:solidFill>
                <a:latin typeface="Funnel Sans" pitchFamily="2" charset="0"/>
              </a:defRPr>
            </a:lvl1pPr>
            <a:lvl2pPr marL="216000" indent="-216000">
              <a:lnSpc>
                <a:spcPct val="100000"/>
              </a:lnSpc>
              <a:buFontTx/>
              <a:buBlip>
                <a:blip r:embed="rId3"/>
              </a:buBlip>
              <a:defRPr sz="1600" b="0" i="0">
                <a:solidFill>
                  <a:schemeClr val="tx1"/>
                </a:solidFill>
                <a:latin typeface="Funnel Sans" pitchFamily="2" charset="0"/>
              </a:defRPr>
            </a:lvl2pPr>
            <a:lvl3pPr marL="576000" indent="-217560">
              <a:lnSpc>
                <a:spcPct val="100000"/>
              </a:lnSpc>
              <a:buFontTx/>
              <a:buBlip>
                <a:blip r:embed="rId3"/>
              </a:buBlip>
              <a:defRPr sz="1400" b="0" i="0">
                <a:solidFill>
                  <a:schemeClr val="tx1"/>
                </a:solidFill>
                <a:latin typeface="Funnel Sans" pitchFamily="2" charset="0"/>
              </a:defRPr>
            </a:lvl3pPr>
            <a:lvl4pPr marL="936000" indent="-216000">
              <a:lnSpc>
                <a:spcPct val="100000"/>
              </a:lnSpc>
              <a:buFontTx/>
              <a:buBlip>
                <a:blip r:embed="rId3"/>
              </a:buBlip>
              <a:defRPr sz="12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29">
            <a:extLst>
              <a:ext uri="{FF2B5EF4-FFF2-40B4-BE49-F238E27FC236}">
                <a16:creationId xmlns:a16="http://schemas.microsoft.com/office/drawing/2014/main" id="{8CD8A597-575C-5516-D031-AC2A3FFC038C}"/>
              </a:ext>
            </a:extLst>
          </p:cNvPr>
          <p:cNvSpPr>
            <a:spLocks noGrp="1"/>
          </p:cNvSpPr>
          <p:nvPr>
            <p:ph type="body" sz="quarter" idx="32"/>
          </p:nvPr>
        </p:nvSpPr>
        <p:spPr>
          <a:xfrm>
            <a:off x="1001786" y="3379919"/>
            <a:ext cx="3324928" cy="2087230"/>
          </a:xfrm>
        </p:spPr>
        <p:txBody>
          <a:bodyPr lIns="0" tIns="0" rIns="0" bIns="0">
            <a:normAutofit/>
          </a:bodyPr>
          <a:lstStyle>
            <a:lvl1pPr marL="0" indent="0">
              <a:lnSpc>
                <a:spcPct val="100000"/>
              </a:lnSpc>
              <a:spcBef>
                <a:spcPts val="1328"/>
              </a:spcBef>
              <a:spcAft>
                <a:spcPts val="0"/>
              </a:spcAft>
              <a:defRPr sz="1600" b="0" i="0" spc="0">
                <a:solidFill>
                  <a:schemeClr val="tx1"/>
                </a:solidFill>
                <a:latin typeface="Funnel Sans" pitchFamily="2" charset="0"/>
              </a:defRPr>
            </a:lvl1pPr>
            <a:lvl2pPr marL="216000" indent="-216000">
              <a:lnSpc>
                <a:spcPct val="100000"/>
              </a:lnSpc>
              <a:buFontTx/>
              <a:buBlip>
                <a:blip r:embed="rId3"/>
              </a:buBlip>
              <a:defRPr sz="1600" b="0" i="0">
                <a:solidFill>
                  <a:schemeClr val="tx1"/>
                </a:solidFill>
                <a:latin typeface="Funnel Sans" pitchFamily="2" charset="0"/>
              </a:defRPr>
            </a:lvl2pPr>
            <a:lvl3pPr marL="576000" indent="-217560">
              <a:lnSpc>
                <a:spcPct val="100000"/>
              </a:lnSpc>
              <a:buFontTx/>
              <a:buBlip>
                <a:blip r:embed="rId3"/>
              </a:buBlip>
              <a:defRPr sz="1400" b="0" i="0">
                <a:solidFill>
                  <a:schemeClr val="tx1"/>
                </a:solidFill>
                <a:latin typeface="Funnel Sans" pitchFamily="2" charset="0"/>
              </a:defRPr>
            </a:lvl3pPr>
            <a:lvl4pPr marL="936000" indent="-216000">
              <a:lnSpc>
                <a:spcPct val="100000"/>
              </a:lnSpc>
              <a:buFontTx/>
              <a:buBlip>
                <a:blip r:embed="rId3"/>
              </a:buBlip>
              <a:defRPr sz="12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436668639"/>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Title Content with Subtitle 2">
    <p:bg>
      <p:bgPr>
        <a:solidFill>
          <a:schemeClr val="tx1"/>
        </a:solidFill>
        <a:effectLst/>
      </p:bgPr>
    </p:bg>
    <p:spTree>
      <p:nvGrpSpPr>
        <p:cNvPr id="1" name=""/>
        <p:cNvGrpSpPr/>
        <p:nvPr/>
      </p:nvGrpSpPr>
      <p:grpSpPr>
        <a:xfrm>
          <a:off x="0" y="0"/>
          <a:ext cx="0" cy="0"/>
          <a:chOff x="0" y="0"/>
          <a:chExt cx="0" cy="0"/>
        </a:xfrm>
      </p:grpSpPr>
      <p:sp>
        <p:nvSpPr>
          <p:cNvPr id="8" name="Text Placeholder 29">
            <a:extLst>
              <a:ext uri="{FF2B5EF4-FFF2-40B4-BE49-F238E27FC236}">
                <a16:creationId xmlns:a16="http://schemas.microsoft.com/office/drawing/2014/main" id="{BCE06CA3-FBDA-0DB1-EC08-8B166A08F26E}"/>
              </a:ext>
            </a:extLst>
          </p:cNvPr>
          <p:cNvSpPr>
            <a:spLocks noGrp="1"/>
          </p:cNvSpPr>
          <p:nvPr>
            <p:ph type="body" sz="quarter" idx="12"/>
          </p:nvPr>
        </p:nvSpPr>
        <p:spPr>
          <a:xfrm>
            <a:off x="1029130"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9" name="Text Placeholder 29">
            <a:extLst>
              <a:ext uri="{FF2B5EF4-FFF2-40B4-BE49-F238E27FC236}">
                <a16:creationId xmlns:a16="http://schemas.microsoft.com/office/drawing/2014/main" id="{7812742B-B5EA-A826-D00D-EA8A7E8F5C42}"/>
              </a:ext>
            </a:extLst>
          </p:cNvPr>
          <p:cNvSpPr>
            <a:spLocks noGrp="1"/>
          </p:cNvSpPr>
          <p:nvPr>
            <p:ph type="body" sz="quarter" idx="14"/>
          </p:nvPr>
        </p:nvSpPr>
        <p:spPr>
          <a:xfrm>
            <a:off x="3710990"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4" name="Text Placeholder 29">
            <a:extLst>
              <a:ext uri="{FF2B5EF4-FFF2-40B4-BE49-F238E27FC236}">
                <a16:creationId xmlns:a16="http://schemas.microsoft.com/office/drawing/2014/main" id="{D7AED383-9A52-6797-1AB6-80F75FB02648}"/>
              </a:ext>
            </a:extLst>
          </p:cNvPr>
          <p:cNvSpPr>
            <a:spLocks noGrp="1"/>
          </p:cNvSpPr>
          <p:nvPr>
            <p:ph type="body" sz="quarter" idx="15"/>
          </p:nvPr>
        </p:nvSpPr>
        <p:spPr>
          <a:xfrm>
            <a:off x="6421635"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5" name="Text Placeholder 29">
            <a:extLst>
              <a:ext uri="{FF2B5EF4-FFF2-40B4-BE49-F238E27FC236}">
                <a16:creationId xmlns:a16="http://schemas.microsoft.com/office/drawing/2014/main" id="{40FA7E6F-7BDE-96CA-B9AA-6D74EF94DFC3}"/>
              </a:ext>
            </a:extLst>
          </p:cNvPr>
          <p:cNvSpPr>
            <a:spLocks noGrp="1"/>
          </p:cNvSpPr>
          <p:nvPr>
            <p:ph type="body" sz="quarter" idx="16"/>
          </p:nvPr>
        </p:nvSpPr>
        <p:spPr>
          <a:xfrm>
            <a:off x="9099229"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7" name="Picture Placeholder 13">
            <a:extLst>
              <a:ext uri="{FF2B5EF4-FFF2-40B4-BE49-F238E27FC236}">
                <a16:creationId xmlns:a16="http://schemas.microsoft.com/office/drawing/2014/main" id="{ED611402-2286-84C4-61AA-A6BA4F8B82AC}"/>
              </a:ext>
            </a:extLst>
          </p:cNvPr>
          <p:cNvSpPr>
            <a:spLocks noGrp="1"/>
          </p:cNvSpPr>
          <p:nvPr>
            <p:ph type="pic" sz="quarter" idx="21"/>
          </p:nvPr>
        </p:nvSpPr>
        <p:spPr>
          <a:xfrm>
            <a:off x="993896" y="1288487"/>
            <a:ext cx="2555678" cy="3691137"/>
          </a:xfrm>
        </p:spPr>
        <p:txBody>
          <a:bodyPr>
            <a:normAutofit/>
          </a:bodyPr>
          <a:lstStyle>
            <a:lvl1pPr>
              <a:defRPr sz="1000"/>
            </a:lvl1pPr>
          </a:lstStyle>
          <a:p>
            <a:endParaRPr lang="en-GB"/>
          </a:p>
        </p:txBody>
      </p:sp>
      <p:sp>
        <p:nvSpPr>
          <p:cNvPr id="21" name="Picture Placeholder 13">
            <a:extLst>
              <a:ext uri="{FF2B5EF4-FFF2-40B4-BE49-F238E27FC236}">
                <a16:creationId xmlns:a16="http://schemas.microsoft.com/office/drawing/2014/main" id="{48261CAA-7C08-0306-CAD7-67DFC398CB9F}"/>
              </a:ext>
            </a:extLst>
          </p:cNvPr>
          <p:cNvSpPr>
            <a:spLocks noGrp="1"/>
          </p:cNvSpPr>
          <p:nvPr>
            <p:ph type="pic" sz="quarter" idx="22"/>
          </p:nvPr>
        </p:nvSpPr>
        <p:spPr>
          <a:xfrm>
            <a:off x="3696701" y="1288487"/>
            <a:ext cx="2555678" cy="3691137"/>
          </a:xfrm>
        </p:spPr>
        <p:txBody>
          <a:bodyPr>
            <a:normAutofit/>
          </a:bodyPr>
          <a:lstStyle>
            <a:lvl1pPr>
              <a:defRPr sz="1000"/>
            </a:lvl1pPr>
          </a:lstStyle>
          <a:p>
            <a:endParaRPr lang="en-GB"/>
          </a:p>
        </p:txBody>
      </p:sp>
      <p:sp>
        <p:nvSpPr>
          <p:cNvPr id="22" name="Picture Placeholder 13">
            <a:extLst>
              <a:ext uri="{FF2B5EF4-FFF2-40B4-BE49-F238E27FC236}">
                <a16:creationId xmlns:a16="http://schemas.microsoft.com/office/drawing/2014/main" id="{086FD225-3ED5-8F6F-C1B3-A1B349DDE180}"/>
              </a:ext>
            </a:extLst>
          </p:cNvPr>
          <p:cNvSpPr>
            <a:spLocks noGrp="1"/>
          </p:cNvSpPr>
          <p:nvPr>
            <p:ph type="pic" sz="quarter" idx="23"/>
          </p:nvPr>
        </p:nvSpPr>
        <p:spPr>
          <a:xfrm>
            <a:off x="6399506" y="1288487"/>
            <a:ext cx="2555678" cy="3691137"/>
          </a:xfrm>
        </p:spPr>
        <p:txBody>
          <a:bodyPr>
            <a:normAutofit/>
          </a:bodyPr>
          <a:lstStyle>
            <a:lvl1pPr>
              <a:defRPr sz="1000"/>
            </a:lvl1pPr>
          </a:lstStyle>
          <a:p>
            <a:endParaRPr lang="en-GB"/>
          </a:p>
        </p:txBody>
      </p:sp>
      <p:sp>
        <p:nvSpPr>
          <p:cNvPr id="23" name="Picture Placeholder 13">
            <a:extLst>
              <a:ext uri="{FF2B5EF4-FFF2-40B4-BE49-F238E27FC236}">
                <a16:creationId xmlns:a16="http://schemas.microsoft.com/office/drawing/2014/main" id="{0B2FC53B-45CA-2392-456B-039DC8D4107D}"/>
              </a:ext>
            </a:extLst>
          </p:cNvPr>
          <p:cNvSpPr>
            <a:spLocks noGrp="1"/>
          </p:cNvSpPr>
          <p:nvPr>
            <p:ph type="pic" sz="quarter" idx="24"/>
          </p:nvPr>
        </p:nvSpPr>
        <p:spPr>
          <a:xfrm>
            <a:off x="9102312" y="1288487"/>
            <a:ext cx="2555678" cy="3691137"/>
          </a:xfrm>
        </p:spPr>
        <p:txBody>
          <a:bodyPr>
            <a:normAutofit/>
          </a:bodyPr>
          <a:lstStyle>
            <a:lvl1pPr>
              <a:defRPr sz="1000"/>
            </a:lvl1pPr>
          </a:lstStyle>
          <a:p>
            <a:endParaRPr lang="en-GB"/>
          </a:p>
        </p:txBody>
      </p:sp>
      <p:pic>
        <p:nvPicPr>
          <p:cNvPr id="4" name="Graphic 3">
            <a:extLst>
              <a:ext uri="{FF2B5EF4-FFF2-40B4-BE49-F238E27FC236}">
                <a16:creationId xmlns:a16="http://schemas.microsoft.com/office/drawing/2014/main" id="{10440387-C8FB-18F4-A9CA-3C92F607A95D}"/>
              </a:ext>
            </a:extLst>
          </p:cNvPr>
          <p:cNvPicPr>
            <a:picLocks noChangeAspect="1"/>
          </p:cNvPicPr>
          <p:nvPr userDrawn="1"/>
        </p:nvPicPr>
        <p:blipFill>
          <a:blip r:embed="rId3">
            <a:extLst>
              <a:ext uri="{96DAC541-7B7A-43D3-8B79-37D633B846F1}">
                <asvg:svgBlip xmlns:asvg="http://schemas.microsoft.com/office/drawing/2016/SVG/main" r:embed="rId4"/>
              </a:ext>
            </a:extLst>
          </a:blip>
          <a:srcRect l="8134" t="14156" r="57486" b="13360"/>
          <a:stretch/>
        </p:blipFill>
        <p:spPr>
          <a:xfrm>
            <a:off x="211950" y="238991"/>
            <a:ext cx="572667" cy="629932"/>
          </a:xfrm>
          <a:prstGeom prst="rect">
            <a:avLst/>
          </a:prstGeom>
        </p:spPr>
      </p:pic>
      <p:sp>
        <p:nvSpPr>
          <p:cNvPr id="16" name="Google Shape;18;p26">
            <a:extLst>
              <a:ext uri="{FF2B5EF4-FFF2-40B4-BE49-F238E27FC236}">
                <a16:creationId xmlns:a16="http://schemas.microsoft.com/office/drawing/2014/main" id="{FAB31B88-AAA4-93D8-1EF0-AF15DC99F64A}"/>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D2455404-430D-61F3-C88F-44098D09A566}"/>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6" name="Google Shape;21;p33">
            <a:extLst>
              <a:ext uri="{FF2B5EF4-FFF2-40B4-BE49-F238E27FC236}">
                <a16:creationId xmlns:a16="http://schemas.microsoft.com/office/drawing/2014/main" id="{917760C0-327F-11D4-C492-76B2A73CB11A}"/>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a:solidFill>
                <a:srgbClr val="BABABA"/>
              </a:solidFill>
            </a:endParaRPr>
          </a:p>
        </p:txBody>
      </p:sp>
    </p:spTree>
    <p:extLst>
      <p:ext uri="{BB962C8B-B14F-4D97-AF65-F5344CB8AC3E}">
        <p14:creationId xmlns:p14="http://schemas.microsoft.com/office/powerpoint/2010/main" val="17274587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1_Title Content with Subtitle 2">
    <p:bg>
      <p:bgPr>
        <a:solidFill>
          <a:schemeClr val="bg1"/>
        </a:solidFill>
        <a:effectLst/>
      </p:bgPr>
    </p:bg>
    <p:spTree>
      <p:nvGrpSpPr>
        <p:cNvPr id="1" name=""/>
        <p:cNvGrpSpPr/>
        <p:nvPr/>
      </p:nvGrpSpPr>
      <p:grpSpPr>
        <a:xfrm>
          <a:off x="0" y="0"/>
          <a:ext cx="0" cy="0"/>
          <a:chOff x="0" y="0"/>
          <a:chExt cx="0" cy="0"/>
        </a:xfrm>
      </p:grpSpPr>
      <p:sp>
        <p:nvSpPr>
          <p:cNvPr id="4" name="Text Placeholder 29">
            <a:extLst>
              <a:ext uri="{FF2B5EF4-FFF2-40B4-BE49-F238E27FC236}">
                <a16:creationId xmlns:a16="http://schemas.microsoft.com/office/drawing/2014/main" id="{2C8A0DDA-CF2F-C90B-C88B-662DC5A84161}"/>
              </a:ext>
            </a:extLst>
          </p:cNvPr>
          <p:cNvSpPr>
            <a:spLocks noGrp="1"/>
          </p:cNvSpPr>
          <p:nvPr>
            <p:ph type="body" sz="quarter" idx="12"/>
          </p:nvPr>
        </p:nvSpPr>
        <p:spPr>
          <a:xfrm>
            <a:off x="1029130"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5" name="Text Placeholder 29">
            <a:extLst>
              <a:ext uri="{FF2B5EF4-FFF2-40B4-BE49-F238E27FC236}">
                <a16:creationId xmlns:a16="http://schemas.microsoft.com/office/drawing/2014/main" id="{FE533F53-5F39-197F-584A-55552DA6DA27}"/>
              </a:ext>
            </a:extLst>
          </p:cNvPr>
          <p:cNvSpPr>
            <a:spLocks noGrp="1"/>
          </p:cNvSpPr>
          <p:nvPr>
            <p:ph type="body" sz="quarter" idx="14"/>
          </p:nvPr>
        </p:nvSpPr>
        <p:spPr>
          <a:xfrm>
            <a:off x="3710990"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6" name="Text Placeholder 29">
            <a:extLst>
              <a:ext uri="{FF2B5EF4-FFF2-40B4-BE49-F238E27FC236}">
                <a16:creationId xmlns:a16="http://schemas.microsoft.com/office/drawing/2014/main" id="{A25C08EE-2973-05B1-C777-A12BAE23D254}"/>
              </a:ext>
            </a:extLst>
          </p:cNvPr>
          <p:cNvSpPr>
            <a:spLocks noGrp="1"/>
          </p:cNvSpPr>
          <p:nvPr>
            <p:ph type="body" sz="quarter" idx="15"/>
          </p:nvPr>
        </p:nvSpPr>
        <p:spPr>
          <a:xfrm>
            <a:off x="6421635"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0" name="Text Placeholder 29">
            <a:extLst>
              <a:ext uri="{FF2B5EF4-FFF2-40B4-BE49-F238E27FC236}">
                <a16:creationId xmlns:a16="http://schemas.microsoft.com/office/drawing/2014/main" id="{84175955-06ED-8621-1F35-BA0FB5D7D7A7}"/>
              </a:ext>
            </a:extLst>
          </p:cNvPr>
          <p:cNvSpPr>
            <a:spLocks noGrp="1"/>
          </p:cNvSpPr>
          <p:nvPr>
            <p:ph type="body" sz="quarter" idx="16"/>
          </p:nvPr>
        </p:nvSpPr>
        <p:spPr>
          <a:xfrm>
            <a:off x="9099229"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2" name="Picture Placeholder 13">
            <a:extLst>
              <a:ext uri="{FF2B5EF4-FFF2-40B4-BE49-F238E27FC236}">
                <a16:creationId xmlns:a16="http://schemas.microsoft.com/office/drawing/2014/main" id="{BB46B5F1-C8B1-7564-50AA-442061B7D6FC}"/>
              </a:ext>
            </a:extLst>
          </p:cNvPr>
          <p:cNvSpPr>
            <a:spLocks noGrp="1"/>
          </p:cNvSpPr>
          <p:nvPr>
            <p:ph type="pic" sz="quarter" idx="21"/>
          </p:nvPr>
        </p:nvSpPr>
        <p:spPr>
          <a:xfrm>
            <a:off x="993896" y="1288487"/>
            <a:ext cx="2555678" cy="3691137"/>
          </a:xfrm>
        </p:spPr>
        <p:txBody>
          <a:bodyPr>
            <a:normAutofit/>
          </a:bodyPr>
          <a:lstStyle>
            <a:lvl1pPr>
              <a:defRPr sz="1000">
                <a:solidFill>
                  <a:schemeClr val="tx1"/>
                </a:solidFill>
              </a:defRPr>
            </a:lvl1pPr>
          </a:lstStyle>
          <a:p>
            <a:endParaRPr lang="en-GB"/>
          </a:p>
        </p:txBody>
      </p:sp>
      <p:sp>
        <p:nvSpPr>
          <p:cNvPr id="13" name="Picture Placeholder 13">
            <a:extLst>
              <a:ext uri="{FF2B5EF4-FFF2-40B4-BE49-F238E27FC236}">
                <a16:creationId xmlns:a16="http://schemas.microsoft.com/office/drawing/2014/main" id="{D541EE71-9004-D78A-46A7-C1B882F88124}"/>
              </a:ext>
            </a:extLst>
          </p:cNvPr>
          <p:cNvSpPr>
            <a:spLocks noGrp="1"/>
          </p:cNvSpPr>
          <p:nvPr>
            <p:ph type="pic" sz="quarter" idx="22"/>
          </p:nvPr>
        </p:nvSpPr>
        <p:spPr>
          <a:xfrm>
            <a:off x="3696701" y="1288487"/>
            <a:ext cx="2555678" cy="3691137"/>
          </a:xfrm>
        </p:spPr>
        <p:txBody>
          <a:bodyPr>
            <a:normAutofit/>
          </a:bodyPr>
          <a:lstStyle>
            <a:lvl1pPr>
              <a:defRPr sz="1000">
                <a:solidFill>
                  <a:schemeClr val="tx1"/>
                </a:solidFill>
              </a:defRPr>
            </a:lvl1pPr>
          </a:lstStyle>
          <a:p>
            <a:endParaRPr lang="en-GB"/>
          </a:p>
        </p:txBody>
      </p:sp>
      <p:sp>
        <p:nvSpPr>
          <p:cNvPr id="16" name="Picture Placeholder 13">
            <a:extLst>
              <a:ext uri="{FF2B5EF4-FFF2-40B4-BE49-F238E27FC236}">
                <a16:creationId xmlns:a16="http://schemas.microsoft.com/office/drawing/2014/main" id="{AC63FC5A-402B-328F-2AD6-13A451FFD2F6}"/>
              </a:ext>
            </a:extLst>
          </p:cNvPr>
          <p:cNvSpPr>
            <a:spLocks noGrp="1"/>
          </p:cNvSpPr>
          <p:nvPr>
            <p:ph type="pic" sz="quarter" idx="23"/>
          </p:nvPr>
        </p:nvSpPr>
        <p:spPr>
          <a:xfrm>
            <a:off x="6399506" y="1288487"/>
            <a:ext cx="2555678" cy="3691137"/>
          </a:xfrm>
        </p:spPr>
        <p:txBody>
          <a:bodyPr>
            <a:normAutofit/>
          </a:bodyPr>
          <a:lstStyle>
            <a:lvl1pPr>
              <a:defRPr sz="1000">
                <a:solidFill>
                  <a:schemeClr val="tx1"/>
                </a:solidFill>
              </a:defRPr>
            </a:lvl1pPr>
          </a:lstStyle>
          <a:p>
            <a:endParaRPr lang="en-GB"/>
          </a:p>
        </p:txBody>
      </p:sp>
      <p:sp>
        <p:nvSpPr>
          <p:cNvPr id="17" name="Picture Placeholder 13">
            <a:extLst>
              <a:ext uri="{FF2B5EF4-FFF2-40B4-BE49-F238E27FC236}">
                <a16:creationId xmlns:a16="http://schemas.microsoft.com/office/drawing/2014/main" id="{DF26EEDC-8832-421D-9DB7-BCF54FE6D9B7}"/>
              </a:ext>
            </a:extLst>
          </p:cNvPr>
          <p:cNvSpPr>
            <a:spLocks noGrp="1"/>
          </p:cNvSpPr>
          <p:nvPr>
            <p:ph type="pic" sz="quarter" idx="24"/>
          </p:nvPr>
        </p:nvSpPr>
        <p:spPr>
          <a:xfrm>
            <a:off x="9102312" y="1288487"/>
            <a:ext cx="2555678" cy="3691137"/>
          </a:xfrm>
        </p:spPr>
        <p:txBody>
          <a:bodyPr>
            <a:normAutofit/>
          </a:bodyPr>
          <a:lstStyle>
            <a:lvl1pPr>
              <a:defRPr sz="1000">
                <a:solidFill>
                  <a:schemeClr val="tx1"/>
                </a:solidFill>
              </a:defRPr>
            </a:lvl1pPr>
          </a:lstStyle>
          <a:p>
            <a:endParaRPr lang="en-GB"/>
          </a:p>
        </p:txBody>
      </p:sp>
      <p:sp>
        <p:nvSpPr>
          <p:cNvPr id="3" name="Google Shape;22;p26">
            <a:extLst>
              <a:ext uri="{FF2B5EF4-FFF2-40B4-BE49-F238E27FC236}">
                <a16:creationId xmlns:a16="http://schemas.microsoft.com/office/drawing/2014/main" id="{77141DC7-BA74-FA54-C25B-394DA004F204}"/>
              </a:ext>
            </a:extLst>
          </p:cNvPr>
          <p:cNvSpPr txBox="1">
            <a:spLocks noGrp="1"/>
          </p:cNvSpPr>
          <p:nvPr>
            <p:ph type="ftr" idx="3"/>
          </p:nvPr>
        </p:nvSpPr>
        <p:spPr>
          <a:xfrm>
            <a:off x="9562035"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75000"/>
                    <a:lumOff val="25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sp>
        <p:nvSpPr>
          <p:cNvPr id="9" name="Google Shape;18;p26">
            <a:extLst>
              <a:ext uri="{FF2B5EF4-FFF2-40B4-BE49-F238E27FC236}">
                <a16:creationId xmlns:a16="http://schemas.microsoft.com/office/drawing/2014/main" id="{1CD3AB12-AD83-360C-FFFB-1288B30761B9}"/>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Tree>
    <p:extLst>
      <p:ext uri="{BB962C8B-B14F-4D97-AF65-F5344CB8AC3E}">
        <p14:creationId xmlns:p14="http://schemas.microsoft.com/office/powerpoint/2010/main" val="18961107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6_Title Content with Subtitle 2">
    <p:bg>
      <p:bgPr>
        <a:solidFill>
          <a:schemeClr val="tx1"/>
        </a:solidFill>
        <a:effectLst/>
      </p:bgPr>
    </p:bg>
    <p:spTree>
      <p:nvGrpSpPr>
        <p:cNvPr id="1" name=""/>
        <p:cNvGrpSpPr/>
        <p:nvPr/>
      </p:nvGrpSpPr>
      <p:grpSpPr>
        <a:xfrm>
          <a:off x="0" y="0"/>
          <a:ext cx="0" cy="0"/>
          <a:chOff x="0" y="0"/>
          <a:chExt cx="0" cy="0"/>
        </a:xfrm>
      </p:grpSpPr>
      <p:sp>
        <p:nvSpPr>
          <p:cNvPr id="17" name="Text Placeholder 29">
            <a:extLst>
              <a:ext uri="{FF2B5EF4-FFF2-40B4-BE49-F238E27FC236}">
                <a16:creationId xmlns:a16="http://schemas.microsoft.com/office/drawing/2014/main" id="{AC7F0161-71EE-6B22-A6E5-CA59FF01D5AA}"/>
              </a:ext>
            </a:extLst>
          </p:cNvPr>
          <p:cNvSpPr>
            <a:spLocks noGrp="1"/>
          </p:cNvSpPr>
          <p:nvPr>
            <p:ph type="body" sz="quarter" idx="23"/>
          </p:nvPr>
        </p:nvSpPr>
        <p:spPr>
          <a:xfrm>
            <a:off x="3695119"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8" name="Text Placeholder 29">
            <a:extLst>
              <a:ext uri="{FF2B5EF4-FFF2-40B4-BE49-F238E27FC236}">
                <a16:creationId xmlns:a16="http://schemas.microsoft.com/office/drawing/2014/main" id="{0F2ACCF6-C80A-A638-3A59-400CD1915DA1}"/>
              </a:ext>
            </a:extLst>
          </p:cNvPr>
          <p:cNvSpPr>
            <a:spLocks noGrp="1"/>
          </p:cNvSpPr>
          <p:nvPr>
            <p:ph type="body" sz="quarter" idx="24"/>
          </p:nvPr>
        </p:nvSpPr>
        <p:spPr>
          <a:xfrm>
            <a:off x="6394252"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9" name="Text Placeholder 29">
            <a:extLst>
              <a:ext uri="{FF2B5EF4-FFF2-40B4-BE49-F238E27FC236}">
                <a16:creationId xmlns:a16="http://schemas.microsoft.com/office/drawing/2014/main" id="{3F632B57-9DB9-B8D4-D30F-168C7C2AB8AF}"/>
              </a:ext>
            </a:extLst>
          </p:cNvPr>
          <p:cNvSpPr>
            <a:spLocks noGrp="1"/>
          </p:cNvSpPr>
          <p:nvPr>
            <p:ph type="body" sz="quarter" idx="25"/>
          </p:nvPr>
        </p:nvSpPr>
        <p:spPr>
          <a:xfrm>
            <a:off x="9093384"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pic>
        <p:nvPicPr>
          <p:cNvPr id="7" name="Graphic 6">
            <a:extLst>
              <a:ext uri="{FF2B5EF4-FFF2-40B4-BE49-F238E27FC236}">
                <a16:creationId xmlns:a16="http://schemas.microsoft.com/office/drawing/2014/main" id="{C9FB924E-3FC3-7113-EE69-F976405F959F}"/>
              </a:ext>
            </a:extLst>
          </p:cNvPr>
          <p:cNvPicPr>
            <a:picLocks noChangeAspect="1"/>
          </p:cNvPicPr>
          <p:nvPr userDrawn="1"/>
        </p:nvPicPr>
        <p:blipFill>
          <a:blip r:embed="rId3">
            <a:extLst>
              <a:ext uri="{96DAC541-7B7A-43D3-8B79-37D633B846F1}">
                <asvg:svgBlip xmlns:asvg="http://schemas.microsoft.com/office/drawing/2016/SVG/main" r:embed="rId4"/>
              </a:ext>
            </a:extLst>
          </a:blip>
          <a:srcRect l="8134" t="14156" r="57486" b="13360"/>
          <a:stretch/>
        </p:blipFill>
        <p:spPr>
          <a:xfrm>
            <a:off x="211950" y="238991"/>
            <a:ext cx="572667" cy="629932"/>
          </a:xfrm>
          <a:prstGeom prst="rect">
            <a:avLst/>
          </a:prstGeom>
        </p:spPr>
      </p:pic>
      <p:sp>
        <p:nvSpPr>
          <p:cNvPr id="16" name="Text Placeholder 29">
            <a:extLst>
              <a:ext uri="{FF2B5EF4-FFF2-40B4-BE49-F238E27FC236}">
                <a16:creationId xmlns:a16="http://schemas.microsoft.com/office/drawing/2014/main" id="{FEEB06D8-3F5F-F13A-79D5-8DC9DE239F77}"/>
              </a:ext>
            </a:extLst>
          </p:cNvPr>
          <p:cNvSpPr>
            <a:spLocks noGrp="1"/>
          </p:cNvSpPr>
          <p:nvPr>
            <p:ph type="body" sz="quarter" idx="22"/>
          </p:nvPr>
        </p:nvSpPr>
        <p:spPr>
          <a:xfrm>
            <a:off x="993896"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20" name="Google Shape;24;p26">
            <a:extLst>
              <a:ext uri="{FF2B5EF4-FFF2-40B4-BE49-F238E27FC236}">
                <a16:creationId xmlns:a16="http://schemas.microsoft.com/office/drawing/2014/main" id="{374FBE35-26DC-5388-6D08-51E66D619245}"/>
              </a:ext>
            </a:extLst>
          </p:cNvPr>
          <p:cNvSpPr txBox="1">
            <a:spLocks noGrp="1"/>
          </p:cNvSpPr>
          <p:nvPr>
            <p:ph type="body" idx="2" hasCustomPrompt="1"/>
          </p:nvPr>
        </p:nvSpPr>
        <p:spPr>
          <a:xfrm>
            <a:off x="993896" y="950350"/>
            <a:ext cx="9256696" cy="391626"/>
          </a:xfrm>
          <a:prstGeom prst="rect">
            <a:avLst/>
          </a:prstGeom>
          <a:noFill/>
          <a:ln>
            <a:noFill/>
          </a:ln>
        </p:spPr>
        <p:txBody>
          <a:bodyPr spcFirstLastPara="1" wrap="square" lIns="36000" tIns="0" rIns="0" bIns="0" anchor="t" anchorCtr="0">
            <a:noAutofit/>
          </a:bodyPr>
          <a:lstStyle>
            <a:lvl1pPr marL="0" lvl="0" indent="0" algn="l">
              <a:lnSpc>
                <a:spcPts val="2200"/>
              </a:lnSpc>
              <a:spcBef>
                <a:spcPts val="600"/>
              </a:spcBef>
              <a:spcAft>
                <a:spcPts val="0"/>
              </a:spcAft>
              <a:buSzPts val="1400"/>
              <a:buFont typeface="Arial" panose="020B0604020202020204" pitchFamily="34" charset="0"/>
              <a:buNone/>
              <a:defRPr sz="12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Subheads can drop over multiple lines, and are helpful to take the strain off the big headline.</a:t>
            </a:r>
            <a:endParaRPr/>
          </a:p>
        </p:txBody>
      </p:sp>
      <p:sp>
        <p:nvSpPr>
          <p:cNvPr id="21" name="Google Shape;18;p26">
            <a:extLst>
              <a:ext uri="{FF2B5EF4-FFF2-40B4-BE49-F238E27FC236}">
                <a16:creationId xmlns:a16="http://schemas.microsoft.com/office/drawing/2014/main" id="{A0662B01-017D-6D6B-017D-C78B1F7E313A}"/>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DE7AADF0-857D-9550-F2D2-AA568D7B8AB0}"/>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5" name="Google Shape;21;p33">
            <a:extLst>
              <a:ext uri="{FF2B5EF4-FFF2-40B4-BE49-F238E27FC236}">
                <a16:creationId xmlns:a16="http://schemas.microsoft.com/office/drawing/2014/main" id="{4D8E7F14-9C0A-3B96-68E4-98A22A03751D}"/>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a:solidFill>
                <a:srgbClr val="BABABA"/>
              </a:solidFill>
            </a:endParaRPr>
          </a:p>
        </p:txBody>
      </p:sp>
    </p:spTree>
    <p:extLst>
      <p:ext uri="{BB962C8B-B14F-4D97-AF65-F5344CB8AC3E}">
        <p14:creationId xmlns:p14="http://schemas.microsoft.com/office/powerpoint/2010/main" val="6714961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2_Title Content with Subtitle 2">
    <p:bg>
      <p:bgPr>
        <a:solidFill>
          <a:schemeClr val="bg1"/>
        </a:solidFill>
        <a:effectLst/>
      </p:bgPr>
    </p:bg>
    <p:spTree>
      <p:nvGrpSpPr>
        <p:cNvPr id="1" name=""/>
        <p:cNvGrpSpPr/>
        <p:nvPr/>
      </p:nvGrpSpPr>
      <p:grpSpPr>
        <a:xfrm>
          <a:off x="0" y="0"/>
          <a:ext cx="0" cy="0"/>
          <a:chOff x="0" y="0"/>
          <a:chExt cx="0" cy="0"/>
        </a:xfrm>
      </p:grpSpPr>
      <p:sp>
        <p:nvSpPr>
          <p:cNvPr id="7" name="Text Placeholder 29">
            <a:extLst>
              <a:ext uri="{FF2B5EF4-FFF2-40B4-BE49-F238E27FC236}">
                <a16:creationId xmlns:a16="http://schemas.microsoft.com/office/drawing/2014/main" id="{3AA61CA9-2BE2-2D06-EFB2-9DD29718F0A3}"/>
              </a:ext>
            </a:extLst>
          </p:cNvPr>
          <p:cNvSpPr>
            <a:spLocks noGrp="1"/>
          </p:cNvSpPr>
          <p:nvPr>
            <p:ph type="body" sz="quarter" idx="22"/>
          </p:nvPr>
        </p:nvSpPr>
        <p:spPr>
          <a:xfrm>
            <a:off x="3693028" y="1878487"/>
            <a:ext cx="2537011" cy="985899"/>
          </a:xfrm>
          <a:prstGeom prst="roundRect">
            <a:avLst>
              <a:gd name="adj" fmla="val 18738"/>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0" name="Google Shape;24;p26">
            <a:extLst>
              <a:ext uri="{FF2B5EF4-FFF2-40B4-BE49-F238E27FC236}">
                <a16:creationId xmlns:a16="http://schemas.microsoft.com/office/drawing/2014/main" id="{6B6C8047-0491-9C29-C47A-B6FD3FB089CD}"/>
              </a:ext>
            </a:extLst>
          </p:cNvPr>
          <p:cNvSpPr txBox="1">
            <a:spLocks noGrp="1"/>
          </p:cNvSpPr>
          <p:nvPr>
            <p:ph type="body" idx="2" hasCustomPrompt="1"/>
          </p:nvPr>
        </p:nvSpPr>
        <p:spPr>
          <a:xfrm>
            <a:off x="993896" y="950350"/>
            <a:ext cx="9256696" cy="391626"/>
          </a:xfrm>
          <a:prstGeom prst="rect">
            <a:avLst/>
          </a:prstGeom>
          <a:noFill/>
          <a:ln>
            <a:noFill/>
          </a:ln>
        </p:spPr>
        <p:txBody>
          <a:bodyPr spcFirstLastPara="1" wrap="square" lIns="36000" tIns="0" rIns="0" bIns="0" anchor="t" anchorCtr="0">
            <a:noAutofit/>
          </a:bodyPr>
          <a:lstStyle>
            <a:lvl1pPr marL="0" lvl="0" indent="0" algn="l">
              <a:lnSpc>
                <a:spcPts val="2200"/>
              </a:lnSpc>
              <a:spcBef>
                <a:spcPts val="600"/>
              </a:spcBef>
              <a:spcAft>
                <a:spcPts val="0"/>
              </a:spcAft>
              <a:buSzPts val="1400"/>
              <a:buFont typeface="Arial" panose="020B0604020202020204" pitchFamily="34" charset="0"/>
              <a:buNone/>
              <a:defRPr sz="12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Subheads can drop over multiple lines, and are helpful to take the strain off the big headline.</a:t>
            </a:r>
            <a:endParaRPr/>
          </a:p>
        </p:txBody>
      </p:sp>
      <p:sp>
        <p:nvSpPr>
          <p:cNvPr id="2" name="Text Placeholder 29">
            <a:extLst>
              <a:ext uri="{FF2B5EF4-FFF2-40B4-BE49-F238E27FC236}">
                <a16:creationId xmlns:a16="http://schemas.microsoft.com/office/drawing/2014/main" id="{C058A599-7521-1D71-1E08-22071D540686}"/>
              </a:ext>
            </a:extLst>
          </p:cNvPr>
          <p:cNvSpPr>
            <a:spLocks noGrp="1"/>
          </p:cNvSpPr>
          <p:nvPr>
            <p:ph type="body" sz="quarter" idx="17"/>
          </p:nvPr>
        </p:nvSpPr>
        <p:spPr>
          <a:xfrm>
            <a:off x="993896" y="1878487"/>
            <a:ext cx="2537011" cy="985899"/>
          </a:xfrm>
          <a:prstGeom prst="roundRect">
            <a:avLst>
              <a:gd name="adj" fmla="val 18738"/>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3" name="Google Shape;22;p26">
            <a:extLst>
              <a:ext uri="{FF2B5EF4-FFF2-40B4-BE49-F238E27FC236}">
                <a16:creationId xmlns:a16="http://schemas.microsoft.com/office/drawing/2014/main" id="{FACF5EA3-536E-0471-A9D0-F110C4ED1A7B}"/>
              </a:ext>
            </a:extLst>
          </p:cNvPr>
          <p:cNvSpPr txBox="1">
            <a:spLocks noGrp="1"/>
          </p:cNvSpPr>
          <p:nvPr>
            <p:ph type="ftr" idx="3"/>
          </p:nvPr>
        </p:nvSpPr>
        <p:spPr>
          <a:xfrm>
            <a:off x="9791247"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75000"/>
                    <a:lumOff val="25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sp>
        <p:nvSpPr>
          <p:cNvPr id="6" name="Google Shape;18;p26">
            <a:extLst>
              <a:ext uri="{FF2B5EF4-FFF2-40B4-BE49-F238E27FC236}">
                <a16:creationId xmlns:a16="http://schemas.microsoft.com/office/drawing/2014/main" id="{E11DD705-ACC2-9E51-BCC3-79A140DF1F29}"/>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8" name="Text Placeholder 29">
            <a:extLst>
              <a:ext uri="{FF2B5EF4-FFF2-40B4-BE49-F238E27FC236}">
                <a16:creationId xmlns:a16="http://schemas.microsoft.com/office/drawing/2014/main" id="{DC442611-3D6A-330A-C05C-6AFF629C665A}"/>
              </a:ext>
            </a:extLst>
          </p:cNvPr>
          <p:cNvSpPr>
            <a:spLocks noGrp="1"/>
          </p:cNvSpPr>
          <p:nvPr>
            <p:ph type="body" sz="quarter" idx="23"/>
          </p:nvPr>
        </p:nvSpPr>
        <p:spPr>
          <a:xfrm>
            <a:off x="9091293" y="1878487"/>
            <a:ext cx="2537011" cy="985899"/>
          </a:xfrm>
          <a:prstGeom prst="roundRect">
            <a:avLst>
              <a:gd name="adj" fmla="val 18738"/>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9" name="Text Placeholder 29">
            <a:extLst>
              <a:ext uri="{FF2B5EF4-FFF2-40B4-BE49-F238E27FC236}">
                <a16:creationId xmlns:a16="http://schemas.microsoft.com/office/drawing/2014/main" id="{E30FCCAB-5945-B145-6A8F-4B81A61F068B}"/>
              </a:ext>
            </a:extLst>
          </p:cNvPr>
          <p:cNvSpPr>
            <a:spLocks noGrp="1"/>
          </p:cNvSpPr>
          <p:nvPr>
            <p:ph type="body" sz="quarter" idx="24"/>
          </p:nvPr>
        </p:nvSpPr>
        <p:spPr>
          <a:xfrm>
            <a:off x="6392161" y="1878487"/>
            <a:ext cx="2537011" cy="985899"/>
          </a:xfrm>
          <a:prstGeom prst="roundRect">
            <a:avLst>
              <a:gd name="adj" fmla="val 18738"/>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Tree>
    <p:extLst>
      <p:ext uri="{BB962C8B-B14F-4D97-AF65-F5344CB8AC3E}">
        <p14:creationId xmlns:p14="http://schemas.microsoft.com/office/powerpoint/2010/main" val="26187053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and Object Box">
    <p:spTree>
      <p:nvGrpSpPr>
        <p:cNvPr id="1" name=""/>
        <p:cNvGrpSpPr/>
        <p:nvPr/>
      </p:nvGrpSpPr>
      <p:grpSpPr>
        <a:xfrm>
          <a:off x="0" y="0"/>
          <a:ext cx="0" cy="0"/>
          <a:chOff x="0" y="0"/>
          <a:chExt cx="0" cy="0"/>
        </a:xfrm>
      </p:grpSpPr>
      <p:sp>
        <p:nvSpPr>
          <p:cNvPr id="3" name="Google Shape;24;p26">
            <a:extLst>
              <a:ext uri="{FF2B5EF4-FFF2-40B4-BE49-F238E27FC236}">
                <a16:creationId xmlns:a16="http://schemas.microsoft.com/office/drawing/2014/main" id="{52C9C0D3-8DC3-41FC-E41A-697E9048B58D}"/>
              </a:ext>
            </a:extLst>
          </p:cNvPr>
          <p:cNvSpPr txBox="1">
            <a:spLocks noGrp="1"/>
          </p:cNvSpPr>
          <p:nvPr>
            <p:ph type="body" idx="2" hasCustomPrompt="1"/>
          </p:nvPr>
        </p:nvSpPr>
        <p:spPr>
          <a:xfrm>
            <a:off x="993896" y="1085261"/>
            <a:ext cx="9256696" cy="696261"/>
          </a:xfrm>
          <a:prstGeom prst="rect">
            <a:avLst/>
          </a:prstGeom>
          <a:noFill/>
          <a:ln>
            <a:noFill/>
          </a:ln>
        </p:spPr>
        <p:txBody>
          <a:bodyPr spcFirstLastPara="1" wrap="square" lIns="0" tIns="0" rIns="0" bIns="0" anchor="t" anchorCtr="0">
            <a:noAutofit/>
          </a:bodyPr>
          <a:lstStyle>
            <a:lvl1pPr marL="0" lvl="0" indent="0" algn="l">
              <a:lnSpc>
                <a:spcPct val="90000"/>
              </a:lnSpc>
              <a:spcBef>
                <a:spcPts val="0"/>
              </a:spcBef>
              <a:spcAft>
                <a:spcPts val="0"/>
              </a:spcAft>
              <a:buSzPts val="1400"/>
              <a:buFont typeface="Arial" panose="020B0604020202020204" pitchFamily="34" charset="0"/>
              <a:buNone/>
              <a:defRPr lang="en-GB" sz="2400" b="1" i="0" kern="1200" spc="0" dirty="0">
                <a:solidFill>
                  <a:schemeClr val="tx1"/>
                </a:solidFill>
                <a:latin typeface="Funnel Sans" pitchFamily="2" charset="0"/>
                <a:ea typeface="+mn-ea"/>
                <a:cs typeface="+mn-cs"/>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Subheads are larger than body copy and can drop over multiple lines, and are helpful to take the strain off the big headline.</a:t>
            </a:r>
          </a:p>
        </p:txBody>
      </p:sp>
      <p:sp>
        <p:nvSpPr>
          <p:cNvPr id="4" name="Text Placeholder 29">
            <a:extLst>
              <a:ext uri="{FF2B5EF4-FFF2-40B4-BE49-F238E27FC236}">
                <a16:creationId xmlns:a16="http://schemas.microsoft.com/office/drawing/2014/main" id="{E615A253-5B1E-9AB4-D135-0130D8C50288}"/>
              </a:ext>
            </a:extLst>
          </p:cNvPr>
          <p:cNvSpPr>
            <a:spLocks noGrp="1"/>
          </p:cNvSpPr>
          <p:nvPr>
            <p:ph type="body" sz="quarter" idx="12"/>
          </p:nvPr>
        </p:nvSpPr>
        <p:spPr>
          <a:xfrm>
            <a:off x="993895" y="1961393"/>
            <a:ext cx="4862241" cy="3805729"/>
          </a:xfrm>
        </p:spPr>
        <p:txBody>
          <a:bodyPr lIns="0" tIns="0" rIns="0" bIns="0">
            <a:normAutofit/>
          </a:bodyPr>
          <a:lstStyle>
            <a:lvl1pPr marL="0" indent="0">
              <a:lnSpc>
                <a:spcPct val="100000"/>
              </a:lnSpc>
              <a:spcBef>
                <a:spcPts val="1328"/>
              </a:spcBef>
              <a:spcAft>
                <a:spcPts val="0"/>
              </a:spcAft>
              <a:defRPr sz="1600" b="0" i="0" spc="0">
                <a:solidFill>
                  <a:schemeClr val="tx1"/>
                </a:solidFill>
                <a:latin typeface="Funnel Sans" pitchFamily="2" charset="0"/>
              </a:defRPr>
            </a:lvl1pPr>
            <a:lvl2pPr marL="216000" indent="-216000">
              <a:lnSpc>
                <a:spcPct val="100000"/>
              </a:lnSpc>
              <a:buFontTx/>
              <a:buBlip>
                <a:blip r:embed="rId2"/>
              </a:buBlip>
              <a:defRPr sz="1600" b="0" i="0">
                <a:solidFill>
                  <a:schemeClr val="tx1"/>
                </a:solidFill>
                <a:latin typeface="Funnel Sans" pitchFamily="2" charset="0"/>
              </a:defRPr>
            </a:lvl2pPr>
            <a:lvl3pPr marL="576000" indent="-217560">
              <a:lnSpc>
                <a:spcPct val="100000"/>
              </a:lnSpc>
              <a:buFontTx/>
              <a:buBlip>
                <a:blip r:embed="rId2"/>
              </a:buBlip>
              <a:defRPr sz="1400" b="0" i="0">
                <a:solidFill>
                  <a:schemeClr val="tx1"/>
                </a:solidFill>
                <a:latin typeface="Funnel Sans" pitchFamily="2" charset="0"/>
              </a:defRPr>
            </a:lvl3pPr>
            <a:lvl4pPr marL="936000" indent="-216000">
              <a:lnSpc>
                <a:spcPct val="100000"/>
              </a:lnSpc>
              <a:buFontTx/>
              <a:buBlip>
                <a:blip r:embed="rId2"/>
              </a:buBlip>
              <a:defRPr sz="12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29">
            <a:extLst>
              <a:ext uri="{FF2B5EF4-FFF2-40B4-BE49-F238E27FC236}">
                <a16:creationId xmlns:a16="http://schemas.microsoft.com/office/drawing/2014/main" id="{F0E2F280-E6EB-5C71-2F3F-12C955E1A4AF}"/>
              </a:ext>
            </a:extLst>
          </p:cNvPr>
          <p:cNvSpPr>
            <a:spLocks noGrp="1"/>
          </p:cNvSpPr>
          <p:nvPr>
            <p:ph type="body" sz="quarter" idx="15"/>
          </p:nvPr>
        </p:nvSpPr>
        <p:spPr>
          <a:xfrm>
            <a:off x="6096000" y="1961393"/>
            <a:ext cx="4862241" cy="3805729"/>
          </a:xfrm>
        </p:spPr>
        <p:txBody>
          <a:bodyPr lIns="0" tIns="0" rIns="0" bIns="0">
            <a:normAutofit/>
          </a:bodyPr>
          <a:lstStyle>
            <a:lvl1pPr marL="0" indent="0">
              <a:lnSpc>
                <a:spcPct val="100000"/>
              </a:lnSpc>
              <a:spcBef>
                <a:spcPts val="1328"/>
              </a:spcBef>
              <a:spcAft>
                <a:spcPts val="0"/>
              </a:spcAft>
              <a:defRPr sz="1600" b="0" i="0" spc="0">
                <a:solidFill>
                  <a:schemeClr val="tx1"/>
                </a:solidFill>
                <a:latin typeface="Funnel Sans" pitchFamily="2" charset="0"/>
              </a:defRPr>
            </a:lvl1pPr>
            <a:lvl2pPr marL="216000" indent="-216000">
              <a:lnSpc>
                <a:spcPct val="100000"/>
              </a:lnSpc>
              <a:buFontTx/>
              <a:buBlip>
                <a:blip r:embed="rId2"/>
              </a:buBlip>
              <a:defRPr sz="1600" b="0" i="0">
                <a:solidFill>
                  <a:schemeClr val="tx1"/>
                </a:solidFill>
                <a:latin typeface="Funnel Sans" pitchFamily="2" charset="0"/>
              </a:defRPr>
            </a:lvl2pPr>
            <a:lvl3pPr marL="576000" indent="-217560">
              <a:lnSpc>
                <a:spcPct val="100000"/>
              </a:lnSpc>
              <a:buFontTx/>
              <a:buBlip>
                <a:blip r:embed="rId2"/>
              </a:buBlip>
              <a:defRPr sz="1400" b="0" i="0">
                <a:solidFill>
                  <a:schemeClr val="tx1"/>
                </a:solidFill>
                <a:latin typeface="Funnel Sans" pitchFamily="2" charset="0"/>
              </a:defRPr>
            </a:lvl3pPr>
            <a:lvl4pPr marL="936000" indent="-216000">
              <a:lnSpc>
                <a:spcPct val="100000"/>
              </a:lnSpc>
              <a:buFontTx/>
              <a:buBlip>
                <a:blip r:embed="rId2"/>
              </a:buBlip>
              <a:defRPr sz="12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Google Shape;22;p26">
            <a:extLst>
              <a:ext uri="{FF2B5EF4-FFF2-40B4-BE49-F238E27FC236}">
                <a16:creationId xmlns:a16="http://schemas.microsoft.com/office/drawing/2014/main" id="{0E05869E-EB3E-6E95-2C03-799E1759E05F}"/>
              </a:ext>
            </a:extLst>
          </p:cNvPr>
          <p:cNvSpPr txBox="1">
            <a:spLocks noGrp="1"/>
          </p:cNvSpPr>
          <p:nvPr>
            <p:ph type="ftr" idx="3"/>
          </p:nvPr>
        </p:nvSpPr>
        <p:spPr>
          <a:xfrm>
            <a:off x="9791247"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75000"/>
                    <a:lumOff val="25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sp>
        <p:nvSpPr>
          <p:cNvPr id="10" name="Google Shape;18;p26">
            <a:extLst>
              <a:ext uri="{FF2B5EF4-FFF2-40B4-BE49-F238E27FC236}">
                <a16:creationId xmlns:a16="http://schemas.microsoft.com/office/drawing/2014/main" id="{8B3A4F18-670E-635A-0CCD-8B27F72D6D4F}"/>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Tree>
    <p:extLst>
      <p:ext uri="{BB962C8B-B14F-4D97-AF65-F5344CB8AC3E}">
        <p14:creationId xmlns:p14="http://schemas.microsoft.com/office/powerpoint/2010/main" val="32684985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hank you 2">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F8BCBBF0-E111-F024-4228-62A396116D4A}"/>
              </a:ext>
            </a:extLst>
          </p:cNvPr>
          <p:cNvSpPr>
            <a:spLocks noGrp="1"/>
          </p:cNvSpPr>
          <p:nvPr>
            <p:ph type="pic" sz="quarter" idx="10"/>
          </p:nvPr>
        </p:nvSpPr>
        <p:spPr>
          <a:xfrm>
            <a:off x="0" y="-1"/>
            <a:ext cx="12190413" cy="6858001"/>
          </a:xfrm>
        </p:spPr>
        <p:txBody>
          <a:bodyPr/>
          <a:lstStyle/>
          <a:p>
            <a:endParaRPr lang="en-IN"/>
          </a:p>
        </p:txBody>
      </p:sp>
      <p:sp>
        <p:nvSpPr>
          <p:cNvPr id="10" name="Google Shape;41;p28">
            <a:extLst>
              <a:ext uri="{FF2B5EF4-FFF2-40B4-BE49-F238E27FC236}">
                <a16:creationId xmlns:a16="http://schemas.microsoft.com/office/drawing/2014/main" id="{F6B6806E-A381-7E40-8F66-368932A6FEBF}"/>
              </a:ext>
            </a:extLst>
          </p:cNvPr>
          <p:cNvSpPr txBox="1">
            <a:spLocks noGrp="1"/>
          </p:cNvSpPr>
          <p:nvPr>
            <p:ph type="title" hasCustomPrompt="1"/>
          </p:nvPr>
        </p:nvSpPr>
        <p:spPr>
          <a:xfrm>
            <a:off x="910210" y="2568795"/>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Thank you</a:t>
            </a:r>
            <a:endParaRPr/>
          </a:p>
        </p:txBody>
      </p:sp>
      <p:sp>
        <p:nvSpPr>
          <p:cNvPr id="3" name="Google Shape;22;p26">
            <a:extLst>
              <a:ext uri="{FF2B5EF4-FFF2-40B4-BE49-F238E27FC236}">
                <a16:creationId xmlns:a16="http://schemas.microsoft.com/office/drawing/2014/main" id="{856A676F-3E51-6AED-EE05-71BA38E63DC9}"/>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solidFill>
                  <a:schemeClr val="bg1">
                    <a:alpha val="50000"/>
                  </a:schemeClr>
                </a:solidFill>
              </a:rPr>
              <a:t>© 2025 Copyright Genpact. All Rights Reserved.</a:t>
            </a:r>
          </a:p>
        </p:txBody>
      </p:sp>
      <p:pic>
        <p:nvPicPr>
          <p:cNvPr id="13" name="Picture 12" descr="A logo with white text&#10;&#10;Description automatically generated">
            <a:extLst>
              <a:ext uri="{FF2B5EF4-FFF2-40B4-BE49-F238E27FC236}">
                <a16:creationId xmlns:a16="http://schemas.microsoft.com/office/drawing/2014/main" id="{4CD2F015-6671-BB1E-08B5-3E9A224E355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242049" y="2152270"/>
            <a:ext cx="4869997" cy="2553458"/>
          </a:xfrm>
          <a:prstGeom prst="rect">
            <a:avLst/>
          </a:prstGeom>
        </p:spPr>
      </p:pic>
    </p:spTree>
    <p:extLst>
      <p:ext uri="{BB962C8B-B14F-4D97-AF65-F5344CB8AC3E}">
        <p14:creationId xmlns:p14="http://schemas.microsoft.com/office/powerpoint/2010/main" val="27167850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4_Title Content with Subtitle 2">
    <p:bg>
      <p:bgPr>
        <a:solidFill>
          <a:schemeClr val="tx1"/>
        </a:solidFill>
        <a:effectLst/>
      </p:bgPr>
    </p:bg>
    <p:spTree>
      <p:nvGrpSpPr>
        <p:cNvPr id="1" name=""/>
        <p:cNvGrpSpPr/>
        <p:nvPr/>
      </p:nvGrpSpPr>
      <p:grpSpPr>
        <a:xfrm>
          <a:off x="0" y="0"/>
          <a:ext cx="0" cy="0"/>
          <a:chOff x="0" y="0"/>
          <a:chExt cx="0" cy="0"/>
        </a:xfrm>
      </p:grpSpPr>
      <p:sp>
        <p:nvSpPr>
          <p:cNvPr id="22" name="Freeform: Shape 130">
            <a:extLst>
              <a:ext uri="{FF2B5EF4-FFF2-40B4-BE49-F238E27FC236}">
                <a16:creationId xmlns:a16="http://schemas.microsoft.com/office/drawing/2014/main" id="{1AE08231-E7A9-B698-87FD-3D8BAE74AFE9}"/>
              </a:ext>
            </a:extLst>
          </p:cNvPr>
          <p:cNvSpPr/>
          <p:nvPr userDrawn="1"/>
        </p:nvSpPr>
        <p:spPr>
          <a:xfrm>
            <a:off x="1590868" y="4719911"/>
            <a:ext cx="3597782" cy="1573340"/>
          </a:xfrm>
          <a:custGeom>
            <a:avLst/>
            <a:gdLst>
              <a:gd name="connsiteX0" fmla="*/ 262229 w 3597782"/>
              <a:gd name="connsiteY0" fmla="*/ 0 h 1573340"/>
              <a:gd name="connsiteX1" fmla="*/ 3335553 w 3597782"/>
              <a:gd name="connsiteY1" fmla="*/ 0 h 1573340"/>
              <a:gd name="connsiteX2" fmla="*/ 3597782 w 3597782"/>
              <a:gd name="connsiteY2" fmla="*/ 262229 h 1573340"/>
              <a:gd name="connsiteX3" fmla="*/ 3597782 w 3597782"/>
              <a:gd name="connsiteY3" fmla="*/ 1311111 h 1573340"/>
              <a:gd name="connsiteX4" fmla="*/ 3335553 w 3597782"/>
              <a:gd name="connsiteY4" fmla="*/ 1573340 h 1573340"/>
              <a:gd name="connsiteX5" fmla="*/ 262229 w 3597782"/>
              <a:gd name="connsiteY5" fmla="*/ 1573340 h 1573340"/>
              <a:gd name="connsiteX6" fmla="*/ 0 w 3597782"/>
              <a:gd name="connsiteY6" fmla="*/ 1311111 h 1573340"/>
              <a:gd name="connsiteX7" fmla="*/ 0 w 3597782"/>
              <a:gd name="connsiteY7" fmla="*/ 1164712 h 1573340"/>
              <a:gd name="connsiteX8" fmla="*/ 29290 w 3597782"/>
              <a:gd name="connsiteY8" fmla="*/ 1161760 h 1573340"/>
              <a:gd name="connsiteX9" fmla="*/ 334997 w 3597782"/>
              <a:gd name="connsiteY9" fmla="*/ 786670 h 1573340"/>
              <a:gd name="connsiteX10" fmla="*/ 29290 w 3597782"/>
              <a:gd name="connsiteY10" fmla="*/ 411581 h 1573340"/>
              <a:gd name="connsiteX11" fmla="*/ 0 w 3597782"/>
              <a:gd name="connsiteY11" fmla="*/ 408628 h 1573340"/>
              <a:gd name="connsiteX12" fmla="*/ 0 w 3597782"/>
              <a:gd name="connsiteY12" fmla="*/ 262229 h 1573340"/>
              <a:gd name="connsiteX13" fmla="*/ 262229 w 3597782"/>
              <a:gd name="connsiteY13" fmla="*/ 0 h 157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97782" h="1573340">
                <a:moveTo>
                  <a:pt x="262229" y="0"/>
                </a:moveTo>
                <a:lnTo>
                  <a:pt x="3335553" y="0"/>
                </a:lnTo>
                <a:cubicBezTo>
                  <a:pt x="3480378" y="0"/>
                  <a:pt x="3597782" y="117404"/>
                  <a:pt x="3597782" y="262229"/>
                </a:cubicBezTo>
                <a:lnTo>
                  <a:pt x="3597782" y="1311111"/>
                </a:lnTo>
                <a:cubicBezTo>
                  <a:pt x="3597782" y="1455936"/>
                  <a:pt x="3480378" y="1573340"/>
                  <a:pt x="3335553" y="1573340"/>
                </a:cubicBezTo>
                <a:lnTo>
                  <a:pt x="262229" y="1573340"/>
                </a:lnTo>
                <a:cubicBezTo>
                  <a:pt x="117404" y="1573340"/>
                  <a:pt x="0" y="1455936"/>
                  <a:pt x="0" y="1311111"/>
                </a:cubicBezTo>
                <a:lnTo>
                  <a:pt x="0" y="1164712"/>
                </a:lnTo>
                <a:lnTo>
                  <a:pt x="29290" y="1161760"/>
                </a:lnTo>
                <a:cubicBezTo>
                  <a:pt x="203757" y="1126059"/>
                  <a:pt x="334997" y="971691"/>
                  <a:pt x="334997" y="786670"/>
                </a:cubicBezTo>
                <a:cubicBezTo>
                  <a:pt x="334997" y="601650"/>
                  <a:pt x="203757" y="447282"/>
                  <a:pt x="29290" y="411581"/>
                </a:cubicBezTo>
                <a:lnTo>
                  <a:pt x="0" y="408628"/>
                </a:lnTo>
                <a:lnTo>
                  <a:pt x="0" y="262229"/>
                </a:lnTo>
                <a:cubicBezTo>
                  <a:pt x="0" y="117404"/>
                  <a:pt x="117404" y="0"/>
                  <a:pt x="262229" y="0"/>
                </a:cubicBezTo>
                <a:close/>
              </a:path>
            </a:pathLst>
          </a:custGeom>
          <a:noFill/>
          <a:ln w="63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a:solidFill>
                <a:schemeClr val="bg1"/>
              </a:solidFill>
            </a:endParaRPr>
          </a:p>
        </p:txBody>
      </p:sp>
      <p:sp>
        <p:nvSpPr>
          <p:cNvPr id="6" name="Oval 5">
            <a:extLst>
              <a:ext uri="{FF2B5EF4-FFF2-40B4-BE49-F238E27FC236}">
                <a16:creationId xmlns:a16="http://schemas.microsoft.com/office/drawing/2014/main" id="{C4540FB7-5140-7DB6-6276-4F65AF568836}"/>
              </a:ext>
            </a:extLst>
          </p:cNvPr>
          <p:cNvSpPr/>
          <p:nvPr userDrawn="1"/>
        </p:nvSpPr>
        <p:spPr>
          <a:xfrm>
            <a:off x="1177989" y="5093702"/>
            <a:ext cx="825758" cy="825758"/>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Freeform: Shape 125">
            <a:extLst>
              <a:ext uri="{FF2B5EF4-FFF2-40B4-BE49-F238E27FC236}">
                <a16:creationId xmlns:a16="http://schemas.microsoft.com/office/drawing/2014/main" id="{4FC9E0BD-5425-2F56-7138-C4D3125D947F}"/>
              </a:ext>
            </a:extLst>
          </p:cNvPr>
          <p:cNvSpPr/>
          <p:nvPr userDrawn="1"/>
        </p:nvSpPr>
        <p:spPr>
          <a:xfrm>
            <a:off x="1590868" y="2974991"/>
            <a:ext cx="3597782" cy="1573340"/>
          </a:xfrm>
          <a:custGeom>
            <a:avLst/>
            <a:gdLst>
              <a:gd name="connsiteX0" fmla="*/ 262229 w 3597782"/>
              <a:gd name="connsiteY0" fmla="*/ 0 h 1573340"/>
              <a:gd name="connsiteX1" fmla="*/ 3335553 w 3597782"/>
              <a:gd name="connsiteY1" fmla="*/ 0 h 1573340"/>
              <a:gd name="connsiteX2" fmla="*/ 3597782 w 3597782"/>
              <a:gd name="connsiteY2" fmla="*/ 262229 h 1573340"/>
              <a:gd name="connsiteX3" fmla="*/ 3597782 w 3597782"/>
              <a:gd name="connsiteY3" fmla="*/ 1311111 h 1573340"/>
              <a:gd name="connsiteX4" fmla="*/ 3335553 w 3597782"/>
              <a:gd name="connsiteY4" fmla="*/ 1573340 h 1573340"/>
              <a:gd name="connsiteX5" fmla="*/ 262229 w 3597782"/>
              <a:gd name="connsiteY5" fmla="*/ 1573340 h 1573340"/>
              <a:gd name="connsiteX6" fmla="*/ 0 w 3597782"/>
              <a:gd name="connsiteY6" fmla="*/ 1311111 h 1573340"/>
              <a:gd name="connsiteX7" fmla="*/ 0 w 3597782"/>
              <a:gd name="connsiteY7" fmla="*/ 1164712 h 1573340"/>
              <a:gd name="connsiteX8" fmla="*/ 29290 w 3597782"/>
              <a:gd name="connsiteY8" fmla="*/ 1161760 h 1573340"/>
              <a:gd name="connsiteX9" fmla="*/ 334997 w 3597782"/>
              <a:gd name="connsiteY9" fmla="*/ 786670 h 1573340"/>
              <a:gd name="connsiteX10" fmla="*/ 29290 w 3597782"/>
              <a:gd name="connsiteY10" fmla="*/ 411581 h 1573340"/>
              <a:gd name="connsiteX11" fmla="*/ 0 w 3597782"/>
              <a:gd name="connsiteY11" fmla="*/ 408628 h 1573340"/>
              <a:gd name="connsiteX12" fmla="*/ 0 w 3597782"/>
              <a:gd name="connsiteY12" fmla="*/ 262229 h 1573340"/>
              <a:gd name="connsiteX13" fmla="*/ 262229 w 3597782"/>
              <a:gd name="connsiteY13" fmla="*/ 0 h 157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97782" h="1573340">
                <a:moveTo>
                  <a:pt x="262229" y="0"/>
                </a:moveTo>
                <a:lnTo>
                  <a:pt x="3335553" y="0"/>
                </a:lnTo>
                <a:cubicBezTo>
                  <a:pt x="3480378" y="0"/>
                  <a:pt x="3597782" y="117404"/>
                  <a:pt x="3597782" y="262229"/>
                </a:cubicBezTo>
                <a:lnTo>
                  <a:pt x="3597782" y="1311111"/>
                </a:lnTo>
                <a:cubicBezTo>
                  <a:pt x="3597782" y="1455936"/>
                  <a:pt x="3480378" y="1573340"/>
                  <a:pt x="3335553" y="1573340"/>
                </a:cubicBezTo>
                <a:lnTo>
                  <a:pt x="262229" y="1573340"/>
                </a:lnTo>
                <a:cubicBezTo>
                  <a:pt x="117404" y="1573340"/>
                  <a:pt x="0" y="1455936"/>
                  <a:pt x="0" y="1311111"/>
                </a:cubicBezTo>
                <a:lnTo>
                  <a:pt x="0" y="1164712"/>
                </a:lnTo>
                <a:lnTo>
                  <a:pt x="29290" y="1161760"/>
                </a:lnTo>
                <a:cubicBezTo>
                  <a:pt x="203757" y="1126059"/>
                  <a:pt x="334997" y="971691"/>
                  <a:pt x="334997" y="786670"/>
                </a:cubicBezTo>
                <a:cubicBezTo>
                  <a:pt x="334997" y="601650"/>
                  <a:pt x="203757" y="447282"/>
                  <a:pt x="29290" y="411581"/>
                </a:cubicBezTo>
                <a:lnTo>
                  <a:pt x="0" y="408628"/>
                </a:lnTo>
                <a:lnTo>
                  <a:pt x="0" y="262229"/>
                </a:lnTo>
                <a:cubicBezTo>
                  <a:pt x="0" y="117404"/>
                  <a:pt x="117404" y="0"/>
                  <a:pt x="262229" y="0"/>
                </a:cubicBezTo>
                <a:close/>
              </a:path>
            </a:pathLst>
          </a:custGeom>
          <a:noFill/>
          <a:ln w="63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a:p>
        </p:txBody>
      </p:sp>
      <p:sp>
        <p:nvSpPr>
          <p:cNvPr id="5" name="Oval 4">
            <a:extLst>
              <a:ext uri="{FF2B5EF4-FFF2-40B4-BE49-F238E27FC236}">
                <a16:creationId xmlns:a16="http://schemas.microsoft.com/office/drawing/2014/main" id="{2DE8857D-DC9F-9690-3147-6F0A0FEE3D5F}"/>
              </a:ext>
            </a:extLst>
          </p:cNvPr>
          <p:cNvSpPr/>
          <p:nvPr userDrawn="1"/>
        </p:nvSpPr>
        <p:spPr>
          <a:xfrm>
            <a:off x="1177989" y="3323780"/>
            <a:ext cx="825758" cy="825758"/>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Freeform: Shape 100">
            <a:extLst>
              <a:ext uri="{FF2B5EF4-FFF2-40B4-BE49-F238E27FC236}">
                <a16:creationId xmlns:a16="http://schemas.microsoft.com/office/drawing/2014/main" id="{87A42313-743C-B14F-7C95-096F6A139962}"/>
              </a:ext>
            </a:extLst>
          </p:cNvPr>
          <p:cNvSpPr/>
          <p:nvPr userDrawn="1"/>
        </p:nvSpPr>
        <p:spPr>
          <a:xfrm>
            <a:off x="1590868" y="1230071"/>
            <a:ext cx="3597782" cy="1573340"/>
          </a:xfrm>
          <a:custGeom>
            <a:avLst/>
            <a:gdLst>
              <a:gd name="connsiteX0" fmla="*/ 262229 w 3597782"/>
              <a:gd name="connsiteY0" fmla="*/ 0 h 1573340"/>
              <a:gd name="connsiteX1" fmla="*/ 3335553 w 3597782"/>
              <a:gd name="connsiteY1" fmla="*/ 0 h 1573340"/>
              <a:gd name="connsiteX2" fmla="*/ 3597782 w 3597782"/>
              <a:gd name="connsiteY2" fmla="*/ 262229 h 1573340"/>
              <a:gd name="connsiteX3" fmla="*/ 3597782 w 3597782"/>
              <a:gd name="connsiteY3" fmla="*/ 1311111 h 1573340"/>
              <a:gd name="connsiteX4" fmla="*/ 3335553 w 3597782"/>
              <a:gd name="connsiteY4" fmla="*/ 1573340 h 1573340"/>
              <a:gd name="connsiteX5" fmla="*/ 262229 w 3597782"/>
              <a:gd name="connsiteY5" fmla="*/ 1573340 h 1573340"/>
              <a:gd name="connsiteX6" fmla="*/ 0 w 3597782"/>
              <a:gd name="connsiteY6" fmla="*/ 1311111 h 1573340"/>
              <a:gd name="connsiteX7" fmla="*/ 0 w 3597782"/>
              <a:gd name="connsiteY7" fmla="*/ 1164712 h 1573340"/>
              <a:gd name="connsiteX8" fmla="*/ 29290 w 3597782"/>
              <a:gd name="connsiteY8" fmla="*/ 1161760 h 1573340"/>
              <a:gd name="connsiteX9" fmla="*/ 334997 w 3597782"/>
              <a:gd name="connsiteY9" fmla="*/ 786670 h 1573340"/>
              <a:gd name="connsiteX10" fmla="*/ 29290 w 3597782"/>
              <a:gd name="connsiteY10" fmla="*/ 411581 h 1573340"/>
              <a:gd name="connsiteX11" fmla="*/ 0 w 3597782"/>
              <a:gd name="connsiteY11" fmla="*/ 408628 h 1573340"/>
              <a:gd name="connsiteX12" fmla="*/ 0 w 3597782"/>
              <a:gd name="connsiteY12" fmla="*/ 262229 h 1573340"/>
              <a:gd name="connsiteX13" fmla="*/ 262229 w 3597782"/>
              <a:gd name="connsiteY13" fmla="*/ 0 h 157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97782" h="1573340">
                <a:moveTo>
                  <a:pt x="262229" y="0"/>
                </a:moveTo>
                <a:lnTo>
                  <a:pt x="3335553" y="0"/>
                </a:lnTo>
                <a:cubicBezTo>
                  <a:pt x="3480378" y="0"/>
                  <a:pt x="3597782" y="117404"/>
                  <a:pt x="3597782" y="262229"/>
                </a:cubicBezTo>
                <a:lnTo>
                  <a:pt x="3597782" y="1311111"/>
                </a:lnTo>
                <a:cubicBezTo>
                  <a:pt x="3597782" y="1455936"/>
                  <a:pt x="3480378" y="1573340"/>
                  <a:pt x="3335553" y="1573340"/>
                </a:cubicBezTo>
                <a:lnTo>
                  <a:pt x="262229" y="1573340"/>
                </a:lnTo>
                <a:cubicBezTo>
                  <a:pt x="117404" y="1573340"/>
                  <a:pt x="0" y="1455936"/>
                  <a:pt x="0" y="1311111"/>
                </a:cubicBezTo>
                <a:lnTo>
                  <a:pt x="0" y="1164712"/>
                </a:lnTo>
                <a:lnTo>
                  <a:pt x="29290" y="1161760"/>
                </a:lnTo>
                <a:cubicBezTo>
                  <a:pt x="203757" y="1126059"/>
                  <a:pt x="334997" y="971691"/>
                  <a:pt x="334997" y="786670"/>
                </a:cubicBezTo>
                <a:cubicBezTo>
                  <a:pt x="334997" y="601650"/>
                  <a:pt x="203757" y="447282"/>
                  <a:pt x="29290" y="411581"/>
                </a:cubicBezTo>
                <a:lnTo>
                  <a:pt x="0" y="408628"/>
                </a:lnTo>
                <a:lnTo>
                  <a:pt x="0" y="262229"/>
                </a:lnTo>
                <a:cubicBezTo>
                  <a:pt x="0" y="117404"/>
                  <a:pt x="117404" y="0"/>
                  <a:pt x="262229" y="0"/>
                </a:cubicBezTo>
                <a:close/>
              </a:path>
            </a:pathLst>
          </a:custGeom>
          <a:noFill/>
          <a:ln w="63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a:p>
        </p:txBody>
      </p:sp>
      <p:sp>
        <p:nvSpPr>
          <p:cNvPr id="4" name="Oval 3">
            <a:extLst>
              <a:ext uri="{FF2B5EF4-FFF2-40B4-BE49-F238E27FC236}">
                <a16:creationId xmlns:a16="http://schemas.microsoft.com/office/drawing/2014/main" id="{3B5DCD89-F093-74BF-F703-435662D30530}"/>
              </a:ext>
            </a:extLst>
          </p:cNvPr>
          <p:cNvSpPr/>
          <p:nvPr userDrawn="1"/>
        </p:nvSpPr>
        <p:spPr>
          <a:xfrm>
            <a:off x="1192979" y="1603862"/>
            <a:ext cx="825758" cy="825758"/>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3BCCADD6-476E-2605-EFDA-DA987E981A7D}"/>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0" name="Google Shape;18;p26">
            <a:extLst>
              <a:ext uri="{FF2B5EF4-FFF2-40B4-BE49-F238E27FC236}">
                <a16:creationId xmlns:a16="http://schemas.microsoft.com/office/drawing/2014/main" id="{5B750E74-6C9A-AC48-B2A3-B2649BE34D6A}"/>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23D58D9C-E749-0648-D647-46FA39F8A49F}"/>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12" name="Oval 11">
            <a:extLst>
              <a:ext uri="{FF2B5EF4-FFF2-40B4-BE49-F238E27FC236}">
                <a16:creationId xmlns:a16="http://schemas.microsoft.com/office/drawing/2014/main" id="{8B32AF04-3F40-C0BD-A45E-4C5A3756E840}"/>
              </a:ext>
            </a:extLst>
          </p:cNvPr>
          <p:cNvSpPr/>
          <p:nvPr userDrawn="1"/>
        </p:nvSpPr>
        <p:spPr>
          <a:xfrm>
            <a:off x="1303770" y="1710255"/>
            <a:ext cx="604176" cy="604174"/>
          </a:xfrm>
          <a:prstGeom prst="ellipse">
            <a:avLst/>
          </a:prstGeom>
          <a:solidFill>
            <a:schemeClr val="accent6"/>
          </a:solidFill>
          <a:ln w="53975">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a:p>
        </p:txBody>
      </p:sp>
      <p:pic>
        <p:nvPicPr>
          <p:cNvPr id="13" name="Graphic 12">
            <a:hlinkClick r:id="" action="ppaction://noaction"/>
            <a:extLst>
              <a:ext uri="{FF2B5EF4-FFF2-40B4-BE49-F238E27FC236}">
                <a16:creationId xmlns:a16="http://schemas.microsoft.com/office/drawing/2014/main" id="{93145C6A-5E9D-4853-194B-6E4E162A5F8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502111" y="1892825"/>
            <a:ext cx="231671" cy="247834"/>
          </a:xfrm>
          <a:prstGeom prst="rect">
            <a:avLst/>
          </a:prstGeom>
        </p:spPr>
      </p:pic>
      <p:sp>
        <p:nvSpPr>
          <p:cNvPr id="16" name="Oval 15">
            <a:extLst>
              <a:ext uri="{FF2B5EF4-FFF2-40B4-BE49-F238E27FC236}">
                <a16:creationId xmlns:a16="http://schemas.microsoft.com/office/drawing/2014/main" id="{1A04598C-A9DC-4327-4434-AC330CC5E90B}"/>
              </a:ext>
            </a:extLst>
          </p:cNvPr>
          <p:cNvSpPr/>
          <p:nvPr userDrawn="1"/>
        </p:nvSpPr>
        <p:spPr>
          <a:xfrm>
            <a:off x="1309871" y="3442674"/>
            <a:ext cx="604176" cy="604174"/>
          </a:xfrm>
          <a:prstGeom prst="ellipse">
            <a:avLst/>
          </a:prstGeom>
          <a:solidFill>
            <a:schemeClr val="accent6"/>
          </a:solidFill>
          <a:ln w="53975">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a:p>
        </p:txBody>
      </p:sp>
      <p:pic>
        <p:nvPicPr>
          <p:cNvPr id="17" name="Graphic 16">
            <a:hlinkClick r:id="" action="ppaction://noaction"/>
            <a:extLst>
              <a:ext uri="{FF2B5EF4-FFF2-40B4-BE49-F238E27FC236}">
                <a16:creationId xmlns:a16="http://schemas.microsoft.com/office/drawing/2014/main" id="{C29152DF-CA6A-2D2B-F259-D361722B81E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495529" y="3616380"/>
            <a:ext cx="231671" cy="247834"/>
          </a:xfrm>
          <a:prstGeom prst="rect">
            <a:avLst/>
          </a:prstGeom>
        </p:spPr>
      </p:pic>
      <p:sp>
        <p:nvSpPr>
          <p:cNvPr id="20" name="Oval 19">
            <a:extLst>
              <a:ext uri="{FF2B5EF4-FFF2-40B4-BE49-F238E27FC236}">
                <a16:creationId xmlns:a16="http://schemas.microsoft.com/office/drawing/2014/main" id="{60CF9DA6-B8E4-4221-3133-F7B2CC632302}"/>
              </a:ext>
            </a:extLst>
          </p:cNvPr>
          <p:cNvSpPr/>
          <p:nvPr userDrawn="1"/>
        </p:nvSpPr>
        <p:spPr>
          <a:xfrm>
            <a:off x="1302288" y="5204494"/>
            <a:ext cx="604176" cy="604174"/>
          </a:xfrm>
          <a:prstGeom prst="ellipse">
            <a:avLst/>
          </a:prstGeom>
          <a:solidFill>
            <a:schemeClr val="accent6"/>
          </a:solidFill>
          <a:ln w="53975">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a:p>
        </p:txBody>
      </p:sp>
      <p:pic>
        <p:nvPicPr>
          <p:cNvPr id="21" name="Graphic 20">
            <a:hlinkClick r:id="" action="ppaction://noaction"/>
            <a:extLst>
              <a:ext uri="{FF2B5EF4-FFF2-40B4-BE49-F238E27FC236}">
                <a16:creationId xmlns:a16="http://schemas.microsoft.com/office/drawing/2014/main" id="{4B2A357D-F5EC-7453-C3A1-EA3C8787BF2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475032" y="5368578"/>
            <a:ext cx="231671" cy="247834"/>
          </a:xfrm>
          <a:prstGeom prst="rect">
            <a:avLst/>
          </a:prstGeom>
        </p:spPr>
      </p:pic>
      <p:sp>
        <p:nvSpPr>
          <p:cNvPr id="24" name="Text Placeholder 29">
            <a:extLst>
              <a:ext uri="{FF2B5EF4-FFF2-40B4-BE49-F238E27FC236}">
                <a16:creationId xmlns:a16="http://schemas.microsoft.com/office/drawing/2014/main" id="{057B2D8C-62F7-5A8A-92CC-A7405C59D4AB}"/>
              </a:ext>
            </a:extLst>
          </p:cNvPr>
          <p:cNvSpPr>
            <a:spLocks noGrp="1"/>
          </p:cNvSpPr>
          <p:nvPr>
            <p:ph type="body" sz="quarter" idx="12" hasCustomPrompt="1"/>
          </p:nvPr>
        </p:nvSpPr>
        <p:spPr>
          <a:xfrm>
            <a:off x="2195044" y="1529061"/>
            <a:ext cx="2727476" cy="975360"/>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400" b="0" i="0" spc="0">
                <a:solidFill>
                  <a:schemeClr val="bg1"/>
                </a:solidFill>
                <a:latin typeface="Funnel Sans" pitchFamily="2" charset="0"/>
              </a:defRPr>
            </a:lvl1pPr>
            <a:lvl2pPr marL="216000" indent="-216000">
              <a:lnSpc>
                <a:spcPct val="100000"/>
              </a:lnSpc>
              <a:spcBef>
                <a:spcPts val="0"/>
              </a:spcBef>
              <a:spcAft>
                <a:spcPts val="600"/>
              </a:spcAft>
              <a:buFontTx/>
              <a:buBlip>
                <a:blip r:embed="rId6"/>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6"/>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6"/>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5" name="Text Placeholder 29">
            <a:extLst>
              <a:ext uri="{FF2B5EF4-FFF2-40B4-BE49-F238E27FC236}">
                <a16:creationId xmlns:a16="http://schemas.microsoft.com/office/drawing/2014/main" id="{D8C0B993-9DED-9630-67DF-8F48A3093D4B}"/>
              </a:ext>
            </a:extLst>
          </p:cNvPr>
          <p:cNvSpPr>
            <a:spLocks noGrp="1"/>
          </p:cNvSpPr>
          <p:nvPr>
            <p:ph type="body" sz="quarter" idx="13" hasCustomPrompt="1"/>
          </p:nvPr>
        </p:nvSpPr>
        <p:spPr>
          <a:xfrm>
            <a:off x="2195044" y="3268980"/>
            <a:ext cx="2727476" cy="975360"/>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400" b="0" i="0" spc="0">
                <a:solidFill>
                  <a:schemeClr val="bg1"/>
                </a:solidFill>
                <a:latin typeface="Funnel Sans" pitchFamily="2" charset="0"/>
              </a:defRPr>
            </a:lvl1pPr>
            <a:lvl2pPr marL="216000" indent="-216000">
              <a:lnSpc>
                <a:spcPct val="100000"/>
              </a:lnSpc>
              <a:spcBef>
                <a:spcPts val="0"/>
              </a:spcBef>
              <a:spcAft>
                <a:spcPts val="600"/>
              </a:spcAft>
              <a:buFontTx/>
              <a:buBlip>
                <a:blip r:embed="rId6"/>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6"/>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6"/>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6" name="Text Placeholder 29">
            <a:extLst>
              <a:ext uri="{FF2B5EF4-FFF2-40B4-BE49-F238E27FC236}">
                <a16:creationId xmlns:a16="http://schemas.microsoft.com/office/drawing/2014/main" id="{06CB1E66-CA9D-7976-8B76-220E43E15026}"/>
              </a:ext>
            </a:extLst>
          </p:cNvPr>
          <p:cNvSpPr>
            <a:spLocks noGrp="1"/>
          </p:cNvSpPr>
          <p:nvPr>
            <p:ph type="body" sz="quarter" idx="14" hasCustomPrompt="1"/>
          </p:nvPr>
        </p:nvSpPr>
        <p:spPr>
          <a:xfrm>
            <a:off x="2195044" y="5018901"/>
            <a:ext cx="2727476" cy="975360"/>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400" b="0" i="0" spc="0">
                <a:solidFill>
                  <a:schemeClr val="bg1"/>
                </a:solidFill>
                <a:latin typeface="Funnel Sans" pitchFamily="2" charset="0"/>
              </a:defRPr>
            </a:lvl1pPr>
            <a:lvl2pPr marL="216000" indent="-216000">
              <a:lnSpc>
                <a:spcPct val="100000"/>
              </a:lnSpc>
              <a:spcBef>
                <a:spcPts val="0"/>
              </a:spcBef>
              <a:spcAft>
                <a:spcPts val="600"/>
              </a:spcAft>
              <a:buFontTx/>
              <a:buBlip>
                <a:blip r:embed="rId6"/>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6"/>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6"/>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7" name="Text Placeholder 29">
            <a:extLst>
              <a:ext uri="{FF2B5EF4-FFF2-40B4-BE49-F238E27FC236}">
                <a16:creationId xmlns:a16="http://schemas.microsoft.com/office/drawing/2014/main" id="{2903C06C-12D7-2881-E21D-78E85C970D26}"/>
              </a:ext>
            </a:extLst>
          </p:cNvPr>
          <p:cNvSpPr>
            <a:spLocks noGrp="1"/>
          </p:cNvSpPr>
          <p:nvPr>
            <p:ph type="body" sz="quarter" idx="25" hasCustomPrompt="1"/>
          </p:nvPr>
        </p:nvSpPr>
        <p:spPr>
          <a:xfrm>
            <a:off x="5538611" y="1356361"/>
            <a:ext cx="6095414" cy="4936890"/>
          </a:xfrm>
        </p:spPr>
        <p:txBody>
          <a:bodyPr lIns="0" tIns="0" rIns="0" bIns="0" anchor="t" anchorCtr="0">
            <a:normAutofit/>
          </a:bodyPr>
          <a:lstStyle>
            <a:lvl1pPr marL="0" indent="0">
              <a:lnSpc>
                <a:spcPct val="100000"/>
              </a:lnSpc>
              <a:spcBef>
                <a:spcPts val="0"/>
              </a:spcBef>
              <a:spcAft>
                <a:spcPts val="600"/>
              </a:spcAft>
              <a:buFont typeface="Arial" panose="020B0604020202020204" pitchFamily="34" charset="0"/>
              <a:buNone/>
              <a:defRPr sz="1400" b="0" i="0" spc="0">
                <a:solidFill>
                  <a:schemeClr val="bg1"/>
                </a:solidFill>
                <a:latin typeface="Funnel Sans" pitchFamily="2" charset="0"/>
              </a:defRPr>
            </a:lvl1pPr>
            <a:lvl2pPr marL="216000" indent="-216000">
              <a:lnSpc>
                <a:spcPct val="100000"/>
              </a:lnSpc>
              <a:spcBef>
                <a:spcPts val="0"/>
              </a:spcBef>
              <a:spcAft>
                <a:spcPts val="600"/>
              </a:spcAft>
              <a:buFontTx/>
              <a:buBlip>
                <a:blip r:embed="rId6"/>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6"/>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6"/>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00" cap="none" spc="0" normalizeH="0" baseline="0" noProof="0">
                <a:ln>
                  <a:noFill/>
                </a:ln>
                <a:solidFill>
                  <a:schemeClr val="bg1"/>
                </a:solidFill>
                <a:effectLst/>
                <a:uLnTx/>
                <a:uFillTx/>
                <a:latin typeface="Funnel Sans" pitchFamily="2" charset="0"/>
                <a:ea typeface="Calibri" panose="020F0502020204030204" pitchFamily="34" charset="0"/>
                <a:cs typeface="Times New Roman" panose="02020603050405020304" pitchFamily="18" charset="0"/>
              </a:rPr>
              <a:t>One defining characteristic of Gen AI is their seamless integration with technology. For them, interacting with AI is as natural as breathing. They effortlessly navigate between physical and virtual worlds, leveraging AI-powered tools to enhance productivity, creativity, and connectivity. Their fluency in technology enables them to harness the full potential of AI, leveraging its capabilities to solve complex problems and drive innovation across diverse domains.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00" cap="none" spc="0" normalizeH="0" baseline="0" noProof="0">
                <a:ln>
                  <a:noFill/>
                </a:ln>
                <a:solidFill>
                  <a:schemeClr val="bg1"/>
                </a:solidFill>
                <a:effectLst/>
                <a:uLnTx/>
                <a:uFillTx/>
                <a:latin typeface="Funnel Sans" pitchFamily="2" charset="0"/>
                <a:ea typeface="Calibri" panose="020F0502020204030204" pitchFamily="34" charset="0"/>
                <a:cs typeface="Times New Roman" panose="02020603050405020304" pitchFamily="18" charset="0"/>
              </a:rPr>
              <a:t>However, Gen AI also faces unique challenges and ethical considerations. As they embrace AI-driven technologies, they must grapple with issues of privacy, security, and algorithmic bias. They are keenly aware of the trade-offs between convenience and control, demanding greater transparency and accountability from AI systems. Moreover, they are at the forefront of discussions surrounding the ethical implications of AI, advocating for fairness, inclusivity, and social responsibility in its development and deployment.</a:t>
            </a:r>
          </a:p>
        </p:txBody>
      </p:sp>
    </p:spTree>
    <p:extLst>
      <p:ext uri="{BB962C8B-B14F-4D97-AF65-F5344CB8AC3E}">
        <p14:creationId xmlns:p14="http://schemas.microsoft.com/office/powerpoint/2010/main" val="18185487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itle Slide 2">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31C43D78-E981-9982-64C3-F187938C776F}"/>
              </a:ext>
            </a:extLst>
          </p:cNvPr>
          <p:cNvSpPr>
            <a:spLocks noGrp="1"/>
          </p:cNvSpPr>
          <p:nvPr>
            <p:ph type="pic" sz="quarter" idx="10"/>
          </p:nvPr>
        </p:nvSpPr>
        <p:spPr>
          <a:xfrm>
            <a:off x="6096000" y="0"/>
            <a:ext cx="6096000" cy="6858000"/>
          </a:xfrm>
        </p:spPr>
        <p:txBody>
          <a:bodyPr/>
          <a:lstStyle/>
          <a:p>
            <a:endParaRPr lang="en-IN"/>
          </a:p>
        </p:txBody>
      </p:sp>
      <p:sp>
        <p:nvSpPr>
          <p:cNvPr id="4" name="Rectangle 3">
            <a:extLst>
              <a:ext uri="{FF2B5EF4-FFF2-40B4-BE49-F238E27FC236}">
                <a16:creationId xmlns:a16="http://schemas.microsoft.com/office/drawing/2014/main" id="{E7A33215-CC12-D208-5CCE-E5972FAA08B4}"/>
              </a:ext>
            </a:extLst>
          </p:cNvPr>
          <p:cNvSpPr/>
          <p:nvPr userDrawn="1"/>
        </p:nvSpPr>
        <p:spPr>
          <a:xfrm>
            <a:off x="1" y="0"/>
            <a:ext cx="6096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sp>
        <p:nvSpPr>
          <p:cNvPr id="5" name="Google Shape;41;p28">
            <a:extLst>
              <a:ext uri="{FF2B5EF4-FFF2-40B4-BE49-F238E27FC236}">
                <a16:creationId xmlns:a16="http://schemas.microsoft.com/office/drawing/2014/main" id="{33382448-C39A-B656-11E6-9701FDBADBBB}"/>
              </a:ext>
            </a:extLst>
          </p:cNvPr>
          <p:cNvSpPr txBox="1">
            <a:spLocks noGrp="1"/>
          </p:cNvSpPr>
          <p:nvPr>
            <p:ph type="title" hasCustomPrompt="1"/>
          </p:nvPr>
        </p:nvSpPr>
        <p:spPr>
          <a:xfrm>
            <a:off x="910209" y="2303923"/>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Title Slide</a:t>
            </a:r>
            <a:endParaRPr/>
          </a:p>
        </p:txBody>
      </p:sp>
      <p:sp>
        <p:nvSpPr>
          <p:cNvPr id="19" name="Google Shape;24;p26">
            <a:extLst>
              <a:ext uri="{FF2B5EF4-FFF2-40B4-BE49-F238E27FC236}">
                <a16:creationId xmlns:a16="http://schemas.microsoft.com/office/drawing/2014/main" id="{86079E78-6613-8F8B-B6B7-3D6721D2337B}"/>
              </a:ext>
            </a:extLst>
          </p:cNvPr>
          <p:cNvSpPr txBox="1">
            <a:spLocks noGrp="1"/>
          </p:cNvSpPr>
          <p:nvPr>
            <p:ph type="body" idx="2" hasCustomPrompt="1"/>
          </p:nvPr>
        </p:nvSpPr>
        <p:spPr>
          <a:xfrm>
            <a:off x="918332" y="420811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Innovation into action</a:t>
            </a:r>
            <a:endParaRPr/>
          </a:p>
        </p:txBody>
      </p:sp>
      <p:pic>
        <p:nvPicPr>
          <p:cNvPr id="7" name="Picture 6" descr="A logo with white text&#10;&#10;Description automatically generated">
            <a:extLst>
              <a:ext uri="{FF2B5EF4-FFF2-40B4-BE49-F238E27FC236}">
                <a16:creationId xmlns:a16="http://schemas.microsoft.com/office/drawing/2014/main" id="{527601A5-C06F-FAEF-DE8F-5FA13D98567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0673" y="426423"/>
            <a:ext cx="2656930" cy="1393094"/>
          </a:xfrm>
          <a:prstGeom prst="rect">
            <a:avLst/>
          </a:prstGeom>
        </p:spPr>
      </p:pic>
      <p:cxnSp>
        <p:nvCxnSpPr>
          <p:cNvPr id="10" name="Straight Connector 9">
            <a:extLst>
              <a:ext uri="{FF2B5EF4-FFF2-40B4-BE49-F238E27FC236}">
                <a16:creationId xmlns:a16="http://schemas.microsoft.com/office/drawing/2014/main" id="{38A4BBA9-B6E8-ABC3-1C84-53EE89568FDE}"/>
              </a:ext>
            </a:extLst>
          </p:cNvPr>
          <p:cNvCxnSpPr>
            <a:cxnSpLocks/>
          </p:cNvCxnSpPr>
          <p:nvPr userDrawn="1"/>
        </p:nvCxnSpPr>
        <p:spPr>
          <a:xfrm>
            <a:off x="910210" y="4109292"/>
            <a:ext cx="4004631"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3" name="Google Shape;22;p26">
            <a:extLst>
              <a:ext uri="{FF2B5EF4-FFF2-40B4-BE49-F238E27FC236}">
                <a16:creationId xmlns:a16="http://schemas.microsoft.com/office/drawing/2014/main" id="{1DC78D17-A852-450F-A253-70AA3229F384}"/>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36538496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Title Slide 2">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5D15AF2D-C12D-449E-D174-0D5AE6887B6E}"/>
              </a:ext>
            </a:extLst>
          </p:cNvPr>
          <p:cNvSpPr>
            <a:spLocks noGrp="1"/>
          </p:cNvSpPr>
          <p:nvPr>
            <p:ph type="pic" sz="quarter" idx="10"/>
          </p:nvPr>
        </p:nvSpPr>
        <p:spPr>
          <a:xfrm>
            <a:off x="6096000" y="0"/>
            <a:ext cx="6096000" cy="6858000"/>
          </a:xfrm>
        </p:spPr>
        <p:txBody>
          <a:bodyPr/>
          <a:lstStyle/>
          <a:p>
            <a:endParaRPr lang="en-IN"/>
          </a:p>
        </p:txBody>
      </p:sp>
      <p:sp>
        <p:nvSpPr>
          <p:cNvPr id="4" name="Rectangle 3">
            <a:extLst>
              <a:ext uri="{FF2B5EF4-FFF2-40B4-BE49-F238E27FC236}">
                <a16:creationId xmlns:a16="http://schemas.microsoft.com/office/drawing/2014/main" id="{E7A33215-CC12-D208-5CCE-E5972FAA08B4}"/>
              </a:ext>
            </a:extLst>
          </p:cNvPr>
          <p:cNvSpPr/>
          <p:nvPr userDrawn="1"/>
        </p:nvSpPr>
        <p:spPr>
          <a:xfrm>
            <a:off x="1" y="0"/>
            <a:ext cx="6096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sp>
        <p:nvSpPr>
          <p:cNvPr id="5" name="Google Shape;41;p28">
            <a:extLst>
              <a:ext uri="{FF2B5EF4-FFF2-40B4-BE49-F238E27FC236}">
                <a16:creationId xmlns:a16="http://schemas.microsoft.com/office/drawing/2014/main" id="{33382448-C39A-B656-11E6-9701FDBADBBB}"/>
              </a:ext>
            </a:extLst>
          </p:cNvPr>
          <p:cNvSpPr txBox="1">
            <a:spLocks noGrp="1"/>
          </p:cNvSpPr>
          <p:nvPr>
            <p:ph type="title" hasCustomPrompt="1"/>
          </p:nvPr>
        </p:nvSpPr>
        <p:spPr>
          <a:xfrm>
            <a:off x="910209" y="2303923"/>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Title Slide</a:t>
            </a:r>
            <a:endParaRPr/>
          </a:p>
        </p:txBody>
      </p:sp>
      <p:sp>
        <p:nvSpPr>
          <p:cNvPr id="19" name="Google Shape;24;p26">
            <a:extLst>
              <a:ext uri="{FF2B5EF4-FFF2-40B4-BE49-F238E27FC236}">
                <a16:creationId xmlns:a16="http://schemas.microsoft.com/office/drawing/2014/main" id="{86079E78-6613-8F8B-B6B7-3D6721D2337B}"/>
              </a:ext>
            </a:extLst>
          </p:cNvPr>
          <p:cNvSpPr txBox="1">
            <a:spLocks noGrp="1"/>
          </p:cNvSpPr>
          <p:nvPr>
            <p:ph type="body" idx="2" hasCustomPrompt="1"/>
          </p:nvPr>
        </p:nvSpPr>
        <p:spPr>
          <a:xfrm>
            <a:off x="918332" y="420811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Innovation into action</a:t>
            </a:r>
            <a:endParaRPr/>
          </a:p>
        </p:txBody>
      </p:sp>
      <p:pic>
        <p:nvPicPr>
          <p:cNvPr id="7" name="Picture 6" descr="A logo with white text&#10;&#10;Description automatically generated">
            <a:extLst>
              <a:ext uri="{FF2B5EF4-FFF2-40B4-BE49-F238E27FC236}">
                <a16:creationId xmlns:a16="http://schemas.microsoft.com/office/drawing/2014/main" id="{527601A5-C06F-FAEF-DE8F-5FA13D98567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0673" y="426423"/>
            <a:ext cx="2656930" cy="1393094"/>
          </a:xfrm>
          <a:prstGeom prst="rect">
            <a:avLst/>
          </a:prstGeom>
        </p:spPr>
      </p:pic>
      <p:cxnSp>
        <p:nvCxnSpPr>
          <p:cNvPr id="10" name="Straight Connector 9">
            <a:extLst>
              <a:ext uri="{FF2B5EF4-FFF2-40B4-BE49-F238E27FC236}">
                <a16:creationId xmlns:a16="http://schemas.microsoft.com/office/drawing/2014/main" id="{38A4BBA9-B6E8-ABC3-1C84-53EE89568FDE}"/>
              </a:ext>
            </a:extLst>
          </p:cNvPr>
          <p:cNvCxnSpPr>
            <a:cxnSpLocks/>
          </p:cNvCxnSpPr>
          <p:nvPr userDrawn="1"/>
        </p:nvCxnSpPr>
        <p:spPr>
          <a:xfrm>
            <a:off x="910210" y="4109292"/>
            <a:ext cx="4004631"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3" name="Google Shape;22;p26">
            <a:extLst>
              <a:ext uri="{FF2B5EF4-FFF2-40B4-BE49-F238E27FC236}">
                <a16:creationId xmlns:a16="http://schemas.microsoft.com/office/drawing/2014/main" id="{DFA86F58-FA53-A9B5-9057-25AB9A16D3D3}"/>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18055837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7_Title Slide 2">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248A3CC8-FE84-B70A-CD42-AD9C544ACBC3}"/>
              </a:ext>
            </a:extLst>
          </p:cNvPr>
          <p:cNvSpPr>
            <a:spLocks noGrp="1"/>
          </p:cNvSpPr>
          <p:nvPr>
            <p:ph type="pic" sz="quarter" idx="10"/>
          </p:nvPr>
        </p:nvSpPr>
        <p:spPr>
          <a:xfrm>
            <a:off x="6096000" y="0"/>
            <a:ext cx="6096000" cy="6858000"/>
          </a:xfrm>
        </p:spPr>
        <p:txBody>
          <a:bodyPr/>
          <a:lstStyle/>
          <a:p>
            <a:endParaRPr lang="en-IN"/>
          </a:p>
        </p:txBody>
      </p:sp>
      <p:sp>
        <p:nvSpPr>
          <p:cNvPr id="4" name="Rectangle 3">
            <a:extLst>
              <a:ext uri="{FF2B5EF4-FFF2-40B4-BE49-F238E27FC236}">
                <a16:creationId xmlns:a16="http://schemas.microsoft.com/office/drawing/2014/main" id="{E7A33215-CC12-D208-5CCE-E5972FAA08B4}"/>
              </a:ext>
            </a:extLst>
          </p:cNvPr>
          <p:cNvSpPr/>
          <p:nvPr userDrawn="1"/>
        </p:nvSpPr>
        <p:spPr>
          <a:xfrm>
            <a:off x="0" y="0"/>
            <a:ext cx="12191999"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sp>
        <p:nvSpPr>
          <p:cNvPr id="5" name="Google Shape;41;p28">
            <a:extLst>
              <a:ext uri="{FF2B5EF4-FFF2-40B4-BE49-F238E27FC236}">
                <a16:creationId xmlns:a16="http://schemas.microsoft.com/office/drawing/2014/main" id="{33382448-C39A-B656-11E6-9701FDBADBBB}"/>
              </a:ext>
            </a:extLst>
          </p:cNvPr>
          <p:cNvSpPr txBox="1">
            <a:spLocks noGrp="1"/>
          </p:cNvSpPr>
          <p:nvPr>
            <p:ph type="title" hasCustomPrompt="1"/>
          </p:nvPr>
        </p:nvSpPr>
        <p:spPr>
          <a:xfrm>
            <a:off x="910209" y="2303923"/>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Title Slide</a:t>
            </a:r>
            <a:endParaRPr/>
          </a:p>
        </p:txBody>
      </p:sp>
      <p:sp>
        <p:nvSpPr>
          <p:cNvPr id="19" name="Google Shape;24;p26">
            <a:extLst>
              <a:ext uri="{FF2B5EF4-FFF2-40B4-BE49-F238E27FC236}">
                <a16:creationId xmlns:a16="http://schemas.microsoft.com/office/drawing/2014/main" id="{86079E78-6613-8F8B-B6B7-3D6721D2337B}"/>
              </a:ext>
            </a:extLst>
          </p:cNvPr>
          <p:cNvSpPr txBox="1">
            <a:spLocks noGrp="1"/>
          </p:cNvSpPr>
          <p:nvPr>
            <p:ph type="body" idx="2" hasCustomPrompt="1"/>
          </p:nvPr>
        </p:nvSpPr>
        <p:spPr>
          <a:xfrm>
            <a:off x="918332" y="420811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Innovation into action</a:t>
            </a:r>
            <a:endParaRPr/>
          </a:p>
        </p:txBody>
      </p:sp>
      <p:pic>
        <p:nvPicPr>
          <p:cNvPr id="7" name="Picture 6" descr="A logo with white text&#10;&#10;Description automatically generated">
            <a:extLst>
              <a:ext uri="{FF2B5EF4-FFF2-40B4-BE49-F238E27FC236}">
                <a16:creationId xmlns:a16="http://schemas.microsoft.com/office/drawing/2014/main" id="{527601A5-C06F-FAEF-DE8F-5FA13D98567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0673" y="426423"/>
            <a:ext cx="2656930" cy="1393094"/>
          </a:xfrm>
          <a:prstGeom prst="rect">
            <a:avLst/>
          </a:prstGeom>
        </p:spPr>
      </p:pic>
      <p:cxnSp>
        <p:nvCxnSpPr>
          <p:cNvPr id="10" name="Straight Connector 9">
            <a:extLst>
              <a:ext uri="{FF2B5EF4-FFF2-40B4-BE49-F238E27FC236}">
                <a16:creationId xmlns:a16="http://schemas.microsoft.com/office/drawing/2014/main" id="{38A4BBA9-B6E8-ABC3-1C84-53EE89568FDE}"/>
              </a:ext>
            </a:extLst>
          </p:cNvPr>
          <p:cNvCxnSpPr>
            <a:cxnSpLocks/>
          </p:cNvCxnSpPr>
          <p:nvPr userDrawn="1"/>
        </p:nvCxnSpPr>
        <p:spPr>
          <a:xfrm>
            <a:off x="910210" y="4109292"/>
            <a:ext cx="10558349"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 name="Google Shape;22;p26">
            <a:extLst>
              <a:ext uri="{FF2B5EF4-FFF2-40B4-BE49-F238E27FC236}">
                <a16:creationId xmlns:a16="http://schemas.microsoft.com/office/drawing/2014/main" id="{1F72401B-92E5-25AE-3FEA-BB711A0C570C}"/>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325228646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_Title Slid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7A33215-CC12-D208-5CCE-E5972FAA08B4}"/>
              </a:ext>
            </a:extLst>
          </p:cNvPr>
          <p:cNvSpPr/>
          <p:nvPr userDrawn="1"/>
        </p:nvSpPr>
        <p:spPr>
          <a:xfrm>
            <a:off x="0" y="0"/>
            <a:ext cx="12191999"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sp>
        <p:nvSpPr>
          <p:cNvPr id="3" name="Picture Placeholder 7">
            <a:extLst>
              <a:ext uri="{FF2B5EF4-FFF2-40B4-BE49-F238E27FC236}">
                <a16:creationId xmlns:a16="http://schemas.microsoft.com/office/drawing/2014/main" id="{B862E0FE-4F87-5684-E32E-370D3CF9A849}"/>
              </a:ext>
            </a:extLst>
          </p:cNvPr>
          <p:cNvSpPr>
            <a:spLocks noGrp="1"/>
          </p:cNvSpPr>
          <p:nvPr>
            <p:ph type="pic" sz="quarter" idx="10"/>
          </p:nvPr>
        </p:nvSpPr>
        <p:spPr>
          <a:xfrm>
            <a:off x="6096000" y="0"/>
            <a:ext cx="6096000" cy="6858000"/>
          </a:xfrm>
        </p:spPr>
        <p:txBody>
          <a:bodyPr/>
          <a:lstStyle/>
          <a:p>
            <a:endParaRPr lang="en-IN"/>
          </a:p>
        </p:txBody>
      </p:sp>
      <p:sp>
        <p:nvSpPr>
          <p:cNvPr id="5" name="Google Shape;41;p28">
            <a:extLst>
              <a:ext uri="{FF2B5EF4-FFF2-40B4-BE49-F238E27FC236}">
                <a16:creationId xmlns:a16="http://schemas.microsoft.com/office/drawing/2014/main" id="{33382448-C39A-B656-11E6-9701FDBADBBB}"/>
              </a:ext>
            </a:extLst>
          </p:cNvPr>
          <p:cNvSpPr txBox="1">
            <a:spLocks noGrp="1"/>
          </p:cNvSpPr>
          <p:nvPr>
            <p:ph type="title" hasCustomPrompt="1"/>
          </p:nvPr>
        </p:nvSpPr>
        <p:spPr>
          <a:xfrm>
            <a:off x="910209" y="2303923"/>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Title Slide</a:t>
            </a:r>
            <a:endParaRPr/>
          </a:p>
        </p:txBody>
      </p:sp>
      <p:sp>
        <p:nvSpPr>
          <p:cNvPr id="19" name="Google Shape;24;p26">
            <a:extLst>
              <a:ext uri="{FF2B5EF4-FFF2-40B4-BE49-F238E27FC236}">
                <a16:creationId xmlns:a16="http://schemas.microsoft.com/office/drawing/2014/main" id="{86079E78-6613-8F8B-B6B7-3D6721D2337B}"/>
              </a:ext>
            </a:extLst>
          </p:cNvPr>
          <p:cNvSpPr txBox="1">
            <a:spLocks noGrp="1"/>
          </p:cNvSpPr>
          <p:nvPr>
            <p:ph type="body" idx="2" hasCustomPrompt="1"/>
          </p:nvPr>
        </p:nvSpPr>
        <p:spPr>
          <a:xfrm>
            <a:off x="918332" y="420811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Innovation into action</a:t>
            </a:r>
            <a:endParaRPr/>
          </a:p>
        </p:txBody>
      </p:sp>
      <p:pic>
        <p:nvPicPr>
          <p:cNvPr id="7" name="Picture 6" descr="A logo with white text&#10;&#10;Description automatically generated">
            <a:extLst>
              <a:ext uri="{FF2B5EF4-FFF2-40B4-BE49-F238E27FC236}">
                <a16:creationId xmlns:a16="http://schemas.microsoft.com/office/drawing/2014/main" id="{527601A5-C06F-FAEF-DE8F-5FA13D98567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0673" y="426423"/>
            <a:ext cx="2656930" cy="1393094"/>
          </a:xfrm>
          <a:prstGeom prst="rect">
            <a:avLst/>
          </a:prstGeom>
        </p:spPr>
      </p:pic>
      <p:cxnSp>
        <p:nvCxnSpPr>
          <p:cNvPr id="10" name="Straight Connector 9">
            <a:extLst>
              <a:ext uri="{FF2B5EF4-FFF2-40B4-BE49-F238E27FC236}">
                <a16:creationId xmlns:a16="http://schemas.microsoft.com/office/drawing/2014/main" id="{38A4BBA9-B6E8-ABC3-1C84-53EE89568FDE}"/>
              </a:ext>
            </a:extLst>
          </p:cNvPr>
          <p:cNvCxnSpPr>
            <a:cxnSpLocks/>
          </p:cNvCxnSpPr>
          <p:nvPr userDrawn="1"/>
        </p:nvCxnSpPr>
        <p:spPr>
          <a:xfrm>
            <a:off x="910210" y="4109292"/>
            <a:ext cx="10558349"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 name="Google Shape;22;p26">
            <a:extLst>
              <a:ext uri="{FF2B5EF4-FFF2-40B4-BE49-F238E27FC236}">
                <a16:creationId xmlns:a16="http://schemas.microsoft.com/office/drawing/2014/main" id="{8F8ABE9E-B85C-7854-0B7D-FD84CA7D1DC2}"/>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41991750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genda_2">
    <p:spTree>
      <p:nvGrpSpPr>
        <p:cNvPr id="1" name=""/>
        <p:cNvGrpSpPr/>
        <p:nvPr/>
      </p:nvGrpSpPr>
      <p:grpSpPr>
        <a:xfrm>
          <a:off x="0" y="0"/>
          <a:ext cx="0" cy="0"/>
          <a:chOff x="0" y="0"/>
          <a:chExt cx="0" cy="0"/>
        </a:xfrm>
      </p:grpSpPr>
      <p:sp>
        <p:nvSpPr>
          <p:cNvPr id="5" name="Picture Placeholder 7">
            <a:extLst>
              <a:ext uri="{FF2B5EF4-FFF2-40B4-BE49-F238E27FC236}">
                <a16:creationId xmlns:a16="http://schemas.microsoft.com/office/drawing/2014/main" id="{4FC512E5-9F1F-7A0D-7A71-51A402E2842E}"/>
              </a:ext>
            </a:extLst>
          </p:cNvPr>
          <p:cNvSpPr>
            <a:spLocks noGrp="1"/>
          </p:cNvSpPr>
          <p:nvPr>
            <p:ph type="pic" sz="quarter" idx="10"/>
          </p:nvPr>
        </p:nvSpPr>
        <p:spPr>
          <a:xfrm>
            <a:off x="6096000" y="0"/>
            <a:ext cx="6096000" cy="6858000"/>
          </a:xfrm>
        </p:spPr>
        <p:txBody>
          <a:bodyPr/>
          <a:lstStyle/>
          <a:p>
            <a:endParaRPr lang="en-IN"/>
          </a:p>
        </p:txBody>
      </p:sp>
      <p:sp>
        <p:nvSpPr>
          <p:cNvPr id="3" name="Rectangle 2">
            <a:extLst>
              <a:ext uri="{FF2B5EF4-FFF2-40B4-BE49-F238E27FC236}">
                <a16:creationId xmlns:a16="http://schemas.microsoft.com/office/drawing/2014/main" id="{1508DED2-D351-6F02-97F0-EC8D5DB87D78}"/>
              </a:ext>
            </a:extLst>
          </p:cNvPr>
          <p:cNvSpPr/>
          <p:nvPr userDrawn="1"/>
        </p:nvSpPr>
        <p:spPr>
          <a:xfrm>
            <a:off x="1" y="0"/>
            <a:ext cx="6096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pic>
        <p:nvPicPr>
          <p:cNvPr id="6" name="Graphic 5">
            <a:extLst>
              <a:ext uri="{FF2B5EF4-FFF2-40B4-BE49-F238E27FC236}">
                <a16:creationId xmlns:a16="http://schemas.microsoft.com/office/drawing/2014/main" id="{64A1C97A-8611-4A24-A3B9-7CA7D0758DB3}"/>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32" name="Google Shape;24;p26">
            <a:extLst>
              <a:ext uri="{FF2B5EF4-FFF2-40B4-BE49-F238E27FC236}">
                <a16:creationId xmlns:a16="http://schemas.microsoft.com/office/drawing/2014/main" id="{CD5D790D-9423-B18B-2082-61298E142DFA}"/>
              </a:ext>
            </a:extLst>
          </p:cNvPr>
          <p:cNvSpPr txBox="1">
            <a:spLocks noGrp="1"/>
          </p:cNvSpPr>
          <p:nvPr>
            <p:ph type="body" idx="2" hasCustomPrompt="1"/>
          </p:nvPr>
        </p:nvSpPr>
        <p:spPr>
          <a:xfrm>
            <a:off x="1185698" y="160567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1</a:t>
            </a:r>
          </a:p>
        </p:txBody>
      </p:sp>
      <p:sp>
        <p:nvSpPr>
          <p:cNvPr id="33" name="Google Shape;24;p26">
            <a:extLst>
              <a:ext uri="{FF2B5EF4-FFF2-40B4-BE49-F238E27FC236}">
                <a16:creationId xmlns:a16="http://schemas.microsoft.com/office/drawing/2014/main" id="{FAC077C5-23DB-6672-D948-DEFEE9E8266F}"/>
              </a:ext>
            </a:extLst>
          </p:cNvPr>
          <p:cNvSpPr txBox="1">
            <a:spLocks noGrp="1"/>
          </p:cNvSpPr>
          <p:nvPr>
            <p:ph type="body" idx="13" hasCustomPrompt="1"/>
          </p:nvPr>
        </p:nvSpPr>
        <p:spPr>
          <a:xfrm>
            <a:off x="1185698" y="225845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2</a:t>
            </a:r>
          </a:p>
        </p:txBody>
      </p:sp>
      <p:sp>
        <p:nvSpPr>
          <p:cNvPr id="34" name="Google Shape;24;p26">
            <a:extLst>
              <a:ext uri="{FF2B5EF4-FFF2-40B4-BE49-F238E27FC236}">
                <a16:creationId xmlns:a16="http://schemas.microsoft.com/office/drawing/2014/main" id="{2918299F-FCC7-1765-77FB-44EB16488DB3}"/>
              </a:ext>
            </a:extLst>
          </p:cNvPr>
          <p:cNvSpPr txBox="1">
            <a:spLocks noGrp="1"/>
          </p:cNvSpPr>
          <p:nvPr>
            <p:ph type="body" idx="14" hasCustomPrompt="1"/>
          </p:nvPr>
        </p:nvSpPr>
        <p:spPr>
          <a:xfrm>
            <a:off x="1185698" y="291123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3</a:t>
            </a:r>
          </a:p>
        </p:txBody>
      </p:sp>
      <p:sp>
        <p:nvSpPr>
          <p:cNvPr id="35" name="Google Shape;24;p26">
            <a:extLst>
              <a:ext uri="{FF2B5EF4-FFF2-40B4-BE49-F238E27FC236}">
                <a16:creationId xmlns:a16="http://schemas.microsoft.com/office/drawing/2014/main" id="{1F0EBE5B-16A9-6E53-E884-D6A6B0D8C39C}"/>
              </a:ext>
            </a:extLst>
          </p:cNvPr>
          <p:cNvSpPr txBox="1">
            <a:spLocks noGrp="1"/>
          </p:cNvSpPr>
          <p:nvPr>
            <p:ph type="body" idx="15" hasCustomPrompt="1"/>
          </p:nvPr>
        </p:nvSpPr>
        <p:spPr>
          <a:xfrm>
            <a:off x="1185698" y="356401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4</a:t>
            </a:r>
          </a:p>
        </p:txBody>
      </p:sp>
      <p:sp>
        <p:nvSpPr>
          <p:cNvPr id="36" name="Google Shape;24;p26">
            <a:extLst>
              <a:ext uri="{FF2B5EF4-FFF2-40B4-BE49-F238E27FC236}">
                <a16:creationId xmlns:a16="http://schemas.microsoft.com/office/drawing/2014/main" id="{67FF5144-A4A4-1D38-9F43-B38D8CDE582F}"/>
              </a:ext>
            </a:extLst>
          </p:cNvPr>
          <p:cNvSpPr txBox="1">
            <a:spLocks noGrp="1"/>
          </p:cNvSpPr>
          <p:nvPr>
            <p:ph type="body" idx="16" hasCustomPrompt="1"/>
          </p:nvPr>
        </p:nvSpPr>
        <p:spPr>
          <a:xfrm>
            <a:off x="1185698" y="421679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5</a:t>
            </a:r>
          </a:p>
        </p:txBody>
      </p:sp>
      <p:sp>
        <p:nvSpPr>
          <p:cNvPr id="37" name="Google Shape;24;p26">
            <a:extLst>
              <a:ext uri="{FF2B5EF4-FFF2-40B4-BE49-F238E27FC236}">
                <a16:creationId xmlns:a16="http://schemas.microsoft.com/office/drawing/2014/main" id="{B9E94BB8-D4CD-EDF0-4B6E-0D409D46B46D}"/>
              </a:ext>
            </a:extLst>
          </p:cNvPr>
          <p:cNvSpPr txBox="1">
            <a:spLocks noGrp="1"/>
          </p:cNvSpPr>
          <p:nvPr>
            <p:ph type="body" idx="17" hasCustomPrompt="1"/>
          </p:nvPr>
        </p:nvSpPr>
        <p:spPr>
          <a:xfrm>
            <a:off x="1185698" y="486957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6</a:t>
            </a:r>
          </a:p>
        </p:txBody>
      </p:sp>
      <p:sp>
        <p:nvSpPr>
          <p:cNvPr id="8" name="Google Shape;18;p26">
            <a:extLst>
              <a:ext uri="{FF2B5EF4-FFF2-40B4-BE49-F238E27FC236}">
                <a16:creationId xmlns:a16="http://schemas.microsoft.com/office/drawing/2014/main" id="{0FB8683D-0CDA-5A7B-8A1E-49E07216AD49}"/>
              </a:ext>
            </a:extLst>
          </p:cNvPr>
          <p:cNvSpPr txBox="1">
            <a:spLocks noGrp="1"/>
          </p:cNvSpPr>
          <p:nvPr>
            <p:ph type="title" hasCustomPrompt="1"/>
          </p:nvPr>
        </p:nvSpPr>
        <p:spPr>
          <a:xfrm>
            <a:off x="1185698" y="462976"/>
            <a:ext cx="3322413"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Agenda</a:t>
            </a:r>
            <a:endParaRPr/>
          </a:p>
        </p:txBody>
      </p:sp>
      <p:sp>
        <p:nvSpPr>
          <p:cNvPr id="2" name="Google Shape;22;p26">
            <a:extLst>
              <a:ext uri="{FF2B5EF4-FFF2-40B4-BE49-F238E27FC236}">
                <a16:creationId xmlns:a16="http://schemas.microsoft.com/office/drawing/2014/main" id="{E54128B7-0DEE-77CB-AEBE-B9DF33ED2280}"/>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4" name="Google Shape;21;p33">
            <a:extLst>
              <a:ext uri="{FF2B5EF4-FFF2-40B4-BE49-F238E27FC236}">
                <a16:creationId xmlns:a16="http://schemas.microsoft.com/office/drawing/2014/main" id="{1074D97E-DB98-E915-569A-5882E1EC4C63}"/>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chemeClr val="bg1"/>
                </a:solidFill>
              </a:rPr>
              <a:pPr/>
              <a:t>‹#›</a:t>
            </a:fld>
            <a:endParaRPr lang="en-US">
              <a:solidFill>
                <a:schemeClr val="bg1"/>
              </a:solidFill>
            </a:endParaRPr>
          </a:p>
        </p:txBody>
      </p:sp>
    </p:spTree>
    <p:extLst>
      <p:ext uri="{BB962C8B-B14F-4D97-AF65-F5344CB8AC3E}">
        <p14:creationId xmlns:p14="http://schemas.microsoft.com/office/powerpoint/2010/main" val="132064954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Content with Subtitle 2">
    <p:bg>
      <p:bgPr>
        <a:solidFill>
          <a:schemeClr val="tx1"/>
        </a:solidFill>
        <a:effectLst/>
      </p:bgPr>
    </p:bg>
    <p:spTree>
      <p:nvGrpSpPr>
        <p:cNvPr id="1" name=""/>
        <p:cNvGrpSpPr/>
        <p:nvPr/>
      </p:nvGrpSpPr>
      <p:grpSpPr>
        <a:xfrm>
          <a:off x="0" y="0"/>
          <a:ext cx="0" cy="0"/>
          <a:chOff x="0" y="0"/>
          <a:chExt cx="0" cy="0"/>
        </a:xfrm>
      </p:grpSpPr>
      <p:sp>
        <p:nvSpPr>
          <p:cNvPr id="4" name="Google Shape;24;p26">
            <a:extLst>
              <a:ext uri="{FF2B5EF4-FFF2-40B4-BE49-F238E27FC236}">
                <a16:creationId xmlns:a16="http://schemas.microsoft.com/office/drawing/2014/main" id="{7D928B5C-F90E-335F-FF83-2AE5D6633DE6}"/>
              </a:ext>
            </a:extLst>
          </p:cNvPr>
          <p:cNvSpPr txBox="1">
            <a:spLocks noGrp="1"/>
          </p:cNvSpPr>
          <p:nvPr>
            <p:ph type="body" idx="2" hasCustomPrompt="1"/>
          </p:nvPr>
        </p:nvSpPr>
        <p:spPr>
          <a:xfrm>
            <a:off x="993896" y="1055697"/>
            <a:ext cx="9256696" cy="696261"/>
          </a:xfrm>
          <a:prstGeom prst="rect">
            <a:avLst/>
          </a:prstGeom>
          <a:noFill/>
          <a:ln>
            <a:noFill/>
          </a:ln>
        </p:spPr>
        <p:txBody>
          <a:bodyPr spcFirstLastPara="1" wrap="square" lIns="0" tIns="0" rIns="0" bIns="0" anchor="t" anchorCtr="0">
            <a:noAutofit/>
          </a:bodyPr>
          <a:lstStyle>
            <a:lvl1pPr marL="0" lvl="0" indent="0" algn="l">
              <a:lnSpc>
                <a:spcPct val="90000"/>
              </a:lnSpc>
              <a:spcBef>
                <a:spcPts val="0"/>
              </a:spcBef>
              <a:spcAft>
                <a:spcPts val="0"/>
              </a:spcAft>
              <a:buSzPts val="1400"/>
              <a:buFont typeface="Arial" panose="020B0604020202020204" pitchFamily="34" charset="0"/>
              <a:buNone/>
              <a:defRPr lang="en-GB" sz="2400" b="1" i="0" kern="1200" spc="0" dirty="0">
                <a:solidFill>
                  <a:schemeClr val="bg1"/>
                </a:solidFill>
                <a:latin typeface="Funnel Sans" pitchFamily="2" charset="0"/>
                <a:ea typeface="+mn-ea"/>
                <a:cs typeface="+mn-cs"/>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Subheads are larger than body copy and can drop over multiple lines, and are helpful to take the strain off the big headline.</a:t>
            </a:r>
          </a:p>
        </p:txBody>
      </p:sp>
      <p:sp>
        <p:nvSpPr>
          <p:cNvPr id="7" name="Text Placeholder 29">
            <a:extLst>
              <a:ext uri="{FF2B5EF4-FFF2-40B4-BE49-F238E27FC236}">
                <a16:creationId xmlns:a16="http://schemas.microsoft.com/office/drawing/2014/main" id="{46482378-AECD-3D9B-EAD3-584511C7220A}"/>
              </a:ext>
            </a:extLst>
          </p:cNvPr>
          <p:cNvSpPr>
            <a:spLocks noGrp="1"/>
          </p:cNvSpPr>
          <p:nvPr>
            <p:ph type="body" sz="quarter" idx="12"/>
          </p:nvPr>
        </p:nvSpPr>
        <p:spPr>
          <a:xfrm>
            <a:off x="993896" y="1996574"/>
            <a:ext cx="4884274" cy="3805729"/>
          </a:xfrm>
        </p:spPr>
        <p:txBody>
          <a:bodyPr lIns="0" tIns="0" rIns="0" bIns="0">
            <a:normAutofit/>
          </a:bodyPr>
          <a:lstStyle>
            <a:lvl1pPr marL="0" indent="0">
              <a:lnSpc>
                <a:spcPct val="100000"/>
              </a:lnSpc>
              <a:spcBef>
                <a:spcPts val="1328"/>
              </a:spcBef>
              <a:spcAft>
                <a:spcPts val="0"/>
              </a:spcAft>
              <a:defRPr sz="1600" b="0" i="0" spc="0">
                <a:solidFill>
                  <a:schemeClr val="bg1"/>
                </a:solidFill>
                <a:latin typeface="Funnel Sans" pitchFamily="2" charset="0"/>
              </a:defRPr>
            </a:lvl1pPr>
            <a:lvl2pPr marL="216000" indent="-216000">
              <a:lnSpc>
                <a:spcPct val="100000"/>
              </a:lnSpc>
              <a:buFontTx/>
              <a:buBlip>
                <a:blip r:embed="rId2"/>
              </a:buBlip>
              <a:defRPr sz="1600" b="0" i="0">
                <a:solidFill>
                  <a:schemeClr val="bg1"/>
                </a:solidFill>
                <a:latin typeface="Funnel Sans" pitchFamily="2" charset="0"/>
              </a:defRPr>
            </a:lvl2pPr>
            <a:lvl3pPr marL="576000" indent="-217560">
              <a:lnSpc>
                <a:spcPct val="100000"/>
              </a:lnSpc>
              <a:buFontTx/>
              <a:buBlip>
                <a:blip r:embed="rId2"/>
              </a:buBlip>
              <a:defRPr sz="1400" b="0" i="0">
                <a:solidFill>
                  <a:schemeClr val="bg1"/>
                </a:solidFill>
                <a:latin typeface="Funnel Sans" pitchFamily="2" charset="0"/>
              </a:defRPr>
            </a:lvl3pPr>
            <a:lvl4pPr marL="936000" indent="-216000">
              <a:lnSpc>
                <a:spcPct val="100000"/>
              </a:lnSpc>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29">
            <a:extLst>
              <a:ext uri="{FF2B5EF4-FFF2-40B4-BE49-F238E27FC236}">
                <a16:creationId xmlns:a16="http://schemas.microsoft.com/office/drawing/2014/main" id="{D1E70E66-2D85-AF1C-EBE2-3897458CE370}"/>
              </a:ext>
            </a:extLst>
          </p:cNvPr>
          <p:cNvSpPr>
            <a:spLocks noGrp="1"/>
          </p:cNvSpPr>
          <p:nvPr>
            <p:ph type="body" sz="quarter" idx="14"/>
          </p:nvPr>
        </p:nvSpPr>
        <p:spPr>
          <a:xfrm>
            <a:off x="6096000" y="1996574"/>
            <a:ext cx="4884274" cy="3805729"/>
          </a:xfrm>
        </p:spPr>
        <p:txBody>
          <a:bodyPr lIns="0" tIns="0" rIns="0" bIns="0">
            <a:normAutofit/>
          </a:bodyPr>
          <a:lstStyle>
            <a:lvl1pPr marL="0" indent="0">
              <a:lnSpc>
                <a:spcPct val="100000"/>
              </a:lnSpc>
              <a:spcBef>
                <a:spcPts val="1328"/>
              </a:spcBef>
              <a:spcAft>
                <a:spcPts val="0"/>
              </a:spcAft>
              <a:defRPr sz="1600" b="0" i="0" spc="0">
                <a:solidFill>
                  <a:schemeClr val="bg1"/>
                </a:solidFill>
                <a:latin typeface="Funnel Sans" pitchFamily="2" charset="0"/>
              </a:defRPr>
            </a:lvl1pPr>
            <a:lvl2pPr marL="216000" indent="-216000">
              <a:lnSpc>
                <a:spcPct val="100000"/>
              </a:lnSpc>
              <a:buFontTx/>
              <a:buBlip>
                <a:blip r:embed="rId2"/>
              </a:buBlip>
              <a:defRPr sz="1600" b="0" i="0">
                <a:solidFill>
                  <a:schemeClr val="bg1"/>
                </a:solidFill>
                <a:latin typeface="Funnel Sans" pitchFamily="2" charset="0"/>
              </a:defRPr>
            </a:lvl2pPr>
            <a:lvl3pPr marL="576000" indent="-217560">
              <a:lnSpc>
                <a:spcPct val="100000"/>
              </a:lnSpc>
              <a:buFontTx/>
              <a:buBlip>
                <a:blip r:embed="rId2"/>
              </a:buBlip>
              <a:defRPr sz="1400" b="0" i="0">
                <a:solidFill>
                  <a:schemeClr val="bg1"/>
                </a:solidFill>
                <a:latin typeface="Funnel Sans" pitchFamily="2" charset="0"/>
              </a:defRPr>
            </a:lvl3pPr>
            <a:lvl4pPr marL="936000" indent="-216000">
              <a:lnSpc>
                <a:spcPct val="100000"/>
              </a:lnSpc>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3" name="Graphic 2">
            <a:extLst>
              <a:ext uri="{FF2B5EF4-FFF2-40B4-BE49-F238E27FC236}">
                <a16:creationId xmlns:a16="http://schemas.microsoft.com/office/drawing/2014/main" id="{A609A96A-8F24-9528-E836-E7DDD980E1D8}"/>
              </a:ext>
            </a:extLst>
          </p:cNvPr>
          <p:cNvPicPr>
            <a:picLocks noChangeAspect="1"/>
          </p:cNvPicPr>
          <p:nvPr userDrawn="1"/>
        </p:nvPicPr>
        <p:blipFill>
          <a:blip r:embed="rId3">
            <a:extLst>
              <a:ext uri="{96DAC541-7B7A-43D3-8B79-37D633B846F1}">
                <asvg:svgBlip xmlns:asvg="http://schemas.microsoft.com/office/drawing/2016/SVG/main" r:embed="rId4"/>
              </a:ext>
            </a:extLst>
          </a:blip>
          <a:srcRect l="8134" t="14156" r="57486" b="13360"/>
          <a:stretch/>
        </p:blipFill>
        <p:spPr>
          <a:xfrm>
            <a:off x="211950" y="238991"/>
            <a:ext cx="572667" cy="629932"/>
          </a:xfrm>
          <a:prstGeom prst="rect">
            <a:avLst/>
          </a:prstGeom>
        </p:spPr>
      </p:pic>
      <p:sp>
        <p:nvSpPr>
          <p:cNvPr id="14" name="Google Shape;18;p26">
            <a:extLst>
              <a:ext uri="{FF2B5EF4-FFF2-40B4-BE49-F238E27FC236}">
                <a16:creationId xmlns:a16="http://schemas.microsoft.com/office/drawing/2014/main" id="{5704D772-7781-1777-206A-5DE46FF7FD52}"/>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5" name="Google Shape;22;p26">
            <a:extLst>
              <a:ext uri="{FF2B5EF4-FFF2-40B4-BE49-F238E27FC236}">
                <a16:creationId xmlns:a16="http://schemas.microsoft.com/office/drawing/2014/main" id="{58F683C0-0370-BE33-97F1-6342A172CA48}"/>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39147392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Title Content with Subtitle 2">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3BCCADD6-476E-2605-EFDA-DA987E981A7D}"/>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0" name="Google Shape;18;p26">
            <a:extLst>
              <a:ext uri="{FF2B5EF4-FFF2-40B4-BE49-F238E27FC236}">
                <a16:creationId xmlns:a16="http://schemas.microsoft.com/office/drawing/2014/main" id="{5B750E74-6C9A-AC48-B2A3-B2649BE34D6A}"/>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23D58D9C-E749-0648-D647-46FA39F8A49F}"/>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2117107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8_Title Content with Subtitle 2">
    <p:bg>
      <p:bgPr>
        <a:solidFill>
          <a:schemeClr val="tx1"/>
        </a:solidFill>
        <a:effectLst/>
      </p:bgPr>
    </p:bg>
    <p:spTree>
      <p:nvGrpSpPr>
        <p:cNvPr id="1" name=""/>
        <p:cNvGrpSpPr/>
        <p:nvPr/>
      </p:nvGrpSpPr>
      <p:grpSpPr>
        <a:xfrm>
          <a:off x="0" y="0"/>
          <a:ext cx="0" cy="0"/>
          <a:chOff x="0" y="0"/>
          <a:chExt cx="0" cy="0"/>
        </a:xfrm>
      </p:grpSpPr>
      <p:sp>
        <p:nvSpPr>
          <p:cNvPr id="22" name="Freeform: Shape 130">
            <a:extLst>
              <a:ext uri="{FF2B5EF4-FFF2-40B4-BE49-F238E27FC236}">
                <a16:creationId xmlns:a16="http://schemas.microsoft.com/office/drawing/2014/main" id="{1AE08231-E7A9-B698-87FD-3D8BAE74AFE9}"/>
              </a:ext>
            </a:extLst>
          </p:cNvPr>
          <p:cNvSpPr/>
          <p:nvPr userDrawn="1"/>
        </p:nvSpPr>
        <p:spPr>
          <a:xfrm>
            <a:off x="1590868" y="4719911"/>
            <a:ext cx="3597782" cy="1573340"/>
          </a:xfrm>
          <a:custGeom>
            <a:avLst/>
            <a:gdLst>
              <a:gd name="connsiteX0" fmla="*/ 262229 w 3597782"/>
              <a:gd name="connsiteY0" fmla="*/ 0 h 1573340"/>
              <a:gd name="connsiteX1" fmla="*/ 3335553 w 3597782"/>
              <a:gd name="connsiteY1" fmla="*/ 0 h 1573340"/>
              <a:gd name="connsiteX2" fmla="*/ 3597782 w 3597782"/>
              <a:gd name="connsiteY2" fmla="*/ 262229 h 1573340"/>
              <a:gd name="connsiteX3" fmla="*/ 3597782 w 3597782"/>
              <a:gd name="connsiteY3" fmla="*/ 1311111 h 1573340"/>
              <a:gd name="connsiteX4" fmla="*/ 3335553 w 3597782"/>
              <a:gd name="connsiteY4" fmla="*/ 1573340 h 1573340"/>
              <a:gd name="connsiteX5" fmla="*/ 262229 w 3597782"/>
              <a:gd name="connsiteY5" fmla="*/ 1573340 h 1573340"/>
              <a:gd name="connsiteX6" fmla="*/ 0 w 3597782"/>
              <a:gd name="connsiteY6" fmla="*/ 1311111 h 1573340"/>
              <a:gd name="connsiteX7" fmla="*/ 0 w 3597782"/>
              <a:gd name="connsiteY7" fmla="*/ 1164712 h 1573340"/>
              <a:gd name="connsiteX8" fmla="*/ 29290 w 3597782"/>
              <a:gd name="connsiteY8" fmla="*/ 1161760 h 1573340"/>
              <a:gd name="connsiteX9" fmla="*/ 334997 w 3597782"/>
              <a:gd name="connsiteY9" fmla="*/ 786670 h 1573340"/>
              <a:gd name="connsiteX10" fmla="*/ 29290 w 3597782"/>
              <a:gd name="connsiteY10" fmla="*/ 411581 h 1573340"/>
              <a:gd name="connsiteX11" fmla="*/ 0 w 3597782"/>
              <a:gd name="connsiteY11" fmla="*/ 408628 h 1573340"/>
              <a:gd name="connsiteX12" fmla="*/ 0 w 3597782"/>
              <a:gd name="connsiteY12" fmla="*/ 262229 h 1573340"/>
              <a:gd name="connsiteX13" fmla="*/ 262229 w 3597782"/>
              <a:gd name="connsiteY13" fmla="*/ 0 h 157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97782" h="1573340">
                <a:moveTo>
                  <a:pt x="262229" y="0"/>
                </a:moveTo>
                <a:lnTo>
                  <a:pt x="3335553" y="0"/>
                </a:lnTo>
                <a:cubicBezTo>
                  <a:pt x="3480378" y="0"/>
                  <a:pt x="3597782" y="117404"/>
                  <a:pt x="3597782" y="262229"/>
                </a:cubicBezTo>
                <a:lnTo>
                  <a:pt x="3597782" y="1311111"/>
                </a:lnTo>
                <a:cubicBezTo>
                  <a:pt x="3597782" y="1455936"/>
                  <a:pt x="3480378" y="1573340"/>
                  <a:pt x="3335553" y="1573340"/>
                </a:cubicBezTo>
                <a:lnTo>
                  <a:pt x="262229" y="1573340"/>
                </a:lnTo>
                <a:cubicBezTo>
                  <a:pt x="117404" y="1573340"/>
                  <a:pt x="0" y="1455936"/>
                  <a:pt x="0" y="1311111"/>
                </a:cubicBezTo>
                <a:lnTo>
                  <a:pt x="0" y="1164712"/>
                </a:lnTo>
                <a:lnTo>
                  <a:pt x="29290" y="1161760"/>
                </a:lnTo>
                <a:cubicBezTo>
                  <a:pt x="203757" y="1126059"/>
                  <a:pt x="334997" y="971691"/>
                  <a:pt x="334997" y="786670"/>
                </a:cubicBezTo>
                <a:cubicBezTo>
                  <a:pt x="334997" y="601650"/>
                  <a:pt x="203757" y="447282"/>
                  <a:pt x="29290" y="411581"/>
                </a:cubicBezTo>
                <a:lnTo>
                  <a:pt x="0" y="408628"/>
                </a:lnTo>
                <a:lnTo>
                  <a:pt x="0" y="262229"/>
                </a:lnTo>
                <a:cubicBezTo>
                  <a:pt x="0" y="117404"/>
                  <a:pt x="117404" y="0"/>
                  <a:pt x="262229" y="0"/>
                </a:cubicBezTo>
                <a:close/>
              </a:path>
            </a:pathLst>
          </a:custGeom>
          <a:noFill/>
          <a:ln w="63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a:solidFill>
                <a:schemeClr val="bg1"/>
              </a:solidFill>
            </a:endParaRPr>
          </a:p>
        </p:txBody>
      </p:sp>
      <p:sp>
        <p:nvSpPr>
          <p:cNvPr id="6" name="Oval 5">
            <a:extLst>
              <a:ext uri="{FF2B5EF4-FFF2-40B4-BE49-F238E27FC236}">
                <a16:creationId xmlns:a16="http://schemas.microsoft.com/office/drawing/2014/main" id="{C4540FB7-5140-7DB6-6276-4F65AF568836}"/>
              </a:ext>
            </a:extLst>
          </p:cNvPr>
          <p:cNvSpPr/>
          <p:nvPr userDrawn="1"/>
        </p:nvSpPr>
        <p:spPr>
          <a:xfrm>
            <a:off x="1177989" y="5093702"/>
            <a:ext cx="825758" cy="825758"/>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Freeform: Shape 125">
            <a:extLst>
              <a:ext uri="{FF2B5EF4-FFF2-40B4-BE49-F238E27FC236}">
                <a16:creationId xmlns:a16="http://schemas.microsoft.com/office/drawing/2014/main" id="{4FC9E0BD-5425-2F56-7138-C4D3125D947F}"/>
              </a:ext>
            </a:extLst>
          </p:cNvPr>
          <p:cNvSpPr/>
          <p:nvPr userDrawn="1"/>
        </p:nvSpPr>
        <p:spPr>
          <a:xfrm>
            <a:off x="1590868" y="2974991"/>
            <a:ext cx="3597782" cy="1573340"/>
          </a:xfrm>
          <a:custGeom>
            <a:avLst/>
            <a:gdLst>
              <a:gd name="connsiteX0" fmla="*/ 262229 w 3597782"/>
              <a:gd name="connsiteY0" fmla="*/ 0 h 1573340"/>
              <a:gd name="connsiteX1" fmla="*/ 3335553 w 3597782"/>
              <a:gd name="connsiteY1" fmla="*/ 0 h 1573340"/>
              <a:gd name="connsiteX2" fmla="*/ 3597782 w 3597782"/>
              <a:gd name="connsiteY2" fmla="*/ 262229 h 1573340"/>
              <a:gd name="connsiteX3" fmla="*/ 3597782 w 3597782"/>
              <a:gd name="connsiteY3" fmla="*/ 1311111 h 1573340"/>
              <a:gd name="connsiteX4" fmla="*/ 3335553 w 3597782"/>
              <a:gd name="connsiteY4" fmla="*/ 1573340 h 1573340"/>
              <a:gd name="connsiteX5" fmla="*/ 262229 w 3597782"/>
              <a:gd name="connsiteY5" fmla="*/ 1573340 h 1573340"/>
              <a:gd name="connsiteX6" fmla="*/ 0 w 3597782"/>
              <a:gd name="connsiteY6" fmla="*/ 1311111 h 1573340"/>
              <a:gd name="connsiteX7" fmla="*/ 0 w 3597782"/>
              <a:gd name="connsiteY7" fmla="*/ 1164712 h 1573340"/>
              <a:gd name="connsiteX8" fmla="*/ 29290 w 3597782"/>
              <a:gd name="connsiteY8" fmla="*/ 1161760 h 1573340"/>
              <a:gd name="connsiteX9" fmla="*/ 334997 w 3597782"/>
              <a:gd name="connsiteY9" fmla="*/ 786670 h 1573340"/>
              <a:gd name="connsiteX10" fmla="*/ 29290 w 3597782"/>
              <a:gd name="connsiteY10" fmla="*/ 411581 h 1573340"/>
              <a:gd name="connsiteX11" fmla="*/ 0 w 3597782"/>
              <a:gd name="connsiteY11" fmla="*/ 408628 h 1573340"/>
              <a:gd name="connsiteX12" fmla="*/ 0 w 3597782"/>
              <a:gd name="connsiteY12" fmla="*/ 262229 h 1573340"/>
              <a:gd name="connsiteX13" fmla="*/ 262229 w 3597782"/>
              <a:gd name="connsiteY13" fmla="*/ 0 h 157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97782" h="1573340">
                <a:moveTo>
                  <a:pt x="262229" y="0"/>
                </a:moveTo>
                <a:lnTo>
                  <a:pt x="3335553" y="0"/>
                </a:lnTo>
                <a:cubicBezTo>
                  <a:pt x="3480378" y="0"/>
                  <a:pt x="3597782" y="117404"/>
                  <a:pt x="3597782" y="262229"/>
                </a:cubicBezTo>
                <a:lnTo>
                  <a:pt x="3597782" y="1311111"/>
                </a:lnTo>
                <a:cubicBezTo>
                  <a:pt x="3597782" y="1455936"/>
                  <a:pt x="3480378" y="1573340"/>
                  <a:pt x="3335553" y="1573340"/>
                </a:cubicBezTo>
                <a:lnTo>
                  <a:pt x="262229" y="1573340"/>
                </a:lnTo>
                <a:cubicBezTo>
                  <a:pt x="117404" y="1573340"/>
                  <a:pt x="0" y="1455936"/>
                  <a:pt x="0" y="1311111"/>
                </a:cubicBezTo>
                <a:lnTo>
                  <a:pt x="0" y="1164712"/>
                </a:lnTo>
                <a:lnTo>
                  <a:pt x="29290" y="1161760"/>
                </a:lnTo>
                <a:cubicBezTo>
                  <a:pt x="203757" y="1126059"/>
                  <a:pt x="334997" y="971691"/>
                  <a:pt x="334997" y="786670"/>
                </a:cubicBezTo>
                <a:cubicBezTo>
                  <a:pt x="334997" y="601650"/>
                  <a:pt x="203757" y="447282"/>
                  <a:pt x="29290" y="411581"/>
                </a:cubicBezTo>
                <a:lnTo>
                  <a:pt x="0" y="408628"/>
                </a:lnTo>
                <a:lnTo>
                  <a:pt x="0" y="262229"/>
                </a:lnTo>
                <a:cubicBezTo>
                  <a:pt x="0" y="117404"/>
                  <a:pt x="117404" y="0"/>
                  <a:pt x="262229" y="0"/>
                </a:cubicBezTo>
                <a:close/>
              </a:path>
            </a:pathLst>
          </a:custGeom>
          <a:noFill/>
          <a:ln w="63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a:p>
        </p:txBody>
      </p:sp>
      <p:sp>
        <p:nvSpPr>
          <p:cNvPr id="5" name="Oval 4">
            <a:extLst>
              <a:ext uri="{FF2B5EF4-FFF2-40B4-BE49-F238E27FC236}">
                <a16:creationId xmlns:a16="http://schemas.microsoft.com/office/drawing/2014/main" id="{2DE8857D-DC9F-9690-3147-6F0A0FEE3D5F}"/>
              </a:ext>
            </a:extLst>
          </p:cNvPr>
          <p:cNvSpPr/>
          <p:nvPr userDrawn="1"/>
        </p:nvSpPr>
        <p:spPr>
          <a:xfrm>
            <a:off x="1177989" y="3323780"/>
            <a:ext cx="825758" cy="825758"/>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Freeform: Shape 100">
            <a:extLst>
              <a:ext uri="{FF2B5EF4-FFF2-40B4-BE49-F238E27FC236}">
                <a16:creationId xmlns:a16="http://schemas.microsoft.com/office/drawing/2014/main" id="{87A42313-743C-B14F-7C95-096F6A139962}"/>
              </a:ext>
            </a:extLst>
          </p:cNvPr>
          <p:cNvSpPr/>
          <p:nvPr userDrawn="1"/>
        </p:nvSpPr>
        <p:spPr>
          <a:xfrm>
            <a:off x="1590868" y="1230071"/>
            <a:ext cx="3597782" cy="1573340"/>
          </a:xfrm>
          <a:custGeom>
            <a:avLst/>
            <a:gdLst>
              <a:gd name="connsiteX0" fmla="*/ 262229 w 3597782"/>
              <a:gd name="connsiteY0" fmla="*/ 0 h 1573340"/>
              <a:gd name="connsiteX1" fmla="*/ 3335553 w 3597782"/>
              <a:gd name="connsiteY1" fmla="*/ 0 h 1573340"/>
              <a:gd name="connsiteX2" fmla="*/ 3597782 w 3597782"/>
              <a:gd name="connsiteY2" fmla="*/ 262229 h 1573340"/>
              <a:gd name="connsiteX3" fmla="*/ 3597782 w 3597782"/>
              <a:gd name="connsiteY3" fmla="*/ 1311111 h 1573340"/>
              <a:gd name="connsiteX4" fmla="*/ 3335553 w 3597782"/>
              <a:gd name="connsiteY4" fmla="*/ 1573340 h 1573340"/>
              <a:gd name="connsiteX5" fmla="*/ 262229 w 3597782"/>
              <a:gd name="connsiteY5" fmla="*/ 1573340 h 1573340"/>
              <a:gd name="connsiteX6" fmla="*/ 0 w 3597782"/>
              <a:gd name="connsiteY6" fmla="*/ 1311111 h 1573340"/>
              <a:gd name="connsiteX7" fmla="*/ 0 w 3597782"/>
              <a:gd name="connsiteY7" fmla="*/ 1164712 h 1573340"/>
              <a:gd name="connsiteX8" fmla="*/ 29290 w 3597782"/>
              <a:gd name="connsiteY8" fmla="*/ 1161760 h 1573340"/>
              <a:gd name="connsiteX9" fmla="*/ 334997 w 3597782"/>
              <a:gd name="connsiteY9" fmla="*/ 786670 h 1573340"/>
              <a:gd name="connsiteX10" fmla="*/ 29290 w 3597782"/>
              <a:gd name="connsiteY10" fmla="*/ 411581 h 1573340"/>
              <a:gd name="connsiteX11" fmla="*/ 0 w 3597782"/>
              <a:gd name="connsiteY11" fmla="*/ 408628 h 1573340"/>
              <a:gd name="connsiteX12" fmla="*/ 0 w 3597782"/>
              <a:gd name="connsiteY12" fmla="*/ 262229 h 1573340"/>
              <a:gd name="connsiteX13" fmla="*/ 262229 w 3597782"/>
              <a:gd name="connsiteY13" fmla="*/ 0 h 157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97782" h="1573340">
                <a:moveTo>
                  <a:pt x="262229" y="0"/>
                </a:moveTo>
                <a:lnTo>
                  <a:pt x="3335553" y="0"/>
                </a:lnTo>
                <a:cubicBezTo>
                  <a:pt x="3480378" y="0"/>
                  <a:pt x="3597782" y="117404"/>
                  <a:pt x="3597782" y="262229"/>
                </a:cubicBezTo>
                <a:lnTo>
                  <a:pt x="3597782" y="1311111"/>
                </a:lnTo>
                <a:cubicBezTo>
                  <a:pt x="3597782" y="1455936"/>
                  <a:pt x="3480378" y="1573340"/>
                  <a:pt x="3335553" y="1573340"/>
                </a:cubicBezTo>
                <a:lnTo>
                  <a:pt x="262229" y="1573340"/>
                </a:lnTo>
                <a:cubicBezTo>
                  <a:pt x="117404" y="1573340"/>
                  <a:pt x="0" y="1455936"/>
                  <a:pt x="0" y="1311111"/>
                </a:cubicBezTo>
                <a:lnTo>
                  <a:pt x="0" y="1164712"/>
                </a:lnTo>
                <a:lnTo>
                  <a:pt x="29290" y="1161760"/>
                </a:lnTo>
                <a:cubicBezTo>
                  <a:pt x="203757" y="1126059"/>
                  <a:pt x="334997" y="971691"/>
                  <a:pt x="334997" y="786670"/>
                </a:cubicBezTo>
                <a:cubicBezTo>
                  <a:pt x="334997" y="601650"/>
                  <a:pt x="203757" y="447282"/>
                  <a:pt x="29290" y="411581"/>
                </a:cubicBezTo>
                <a:lnTo>
                  <a:pt x="0" y="408628"/>
                </a:lnTo>
                <a:lnTo>
                  <a:pt x="0" y="262229"/>
                </a:lnTo>
                <a:cubicBezTo>
                  <a:pt x="0" y="117404"/>
                  <a:pt x="117404" y="0"/>
                  <a:pt x="262229" y="0"/>
                </a:cubicBezTo>
                <a:close/>
              </a:path>
            </a:pathLst>
          </a:custGeom>
          <a:noFill/>
          <a:ln w="63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a:p>
        </p:txBody>
      </p:sp>
      <p:sp>
        <p:nvSpPr>
          <p:cNvPr id="4" name="Oval 3">
            <a:extLst>
              <a:ext uri="{FF2B5EF4-FFF2-40B4-BE49-F238E27FC236}">
                <a16:creationId xmlns:a16="http://schemas.microsoft.com/office/drawing/2014/main" id="{3B5DCD89-F093-74BF-F703-435662D30530}"/>
              </a:ext>
            </a:extLst>
          </p:cNvPr>
          <p:cNvSpPr/>
          <p:nvPr userDrawn="1"/>
        </p:nvSpPr>
        <p:spPr>
          <a:xfrm>
            <a:off x="1192979" y="1603862"/>
            <a:ext cx="825758" cy="825758"/>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3BCCADD6-476E-2605-EFDA-DA987E981A7D}"/>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0" name="Google Shape;18;p26">
            <a:extLst>
              <a:ext uri="{FF2B5EF4-FFF2-40B4-BE49-F238E27FC236}">
                <a16:creationId xmlns:a16="http://schemas.microsoft.com/office/drawing/2014/main" id="{5B750E74-6C9A-AC48-B2A3-B2649BE34D6A}"/>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23D58D9C-E749-0648-D647-46FA39F8A49F}"/>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12" name="Oval 11">
            <a:extLst>
              <a:ext uri="{FF2B5EF4-FFF2-40B4-BE49-F238E27FC236}">
                <a16:creationId xmlns:a16="http://schemas.microsoft.com/office/drawing/2014/main" id="{8B32AF04-3F40-C0BD-A45E-4C5A3756E840}"/>
              </a:ext>
            </a:extLst>
          </p:cNvPr>
          <p:cNvSpPr/>
          <p:nvPr userDrawn="1"/>
        </p:nvSpPr>
        <p:spPr>
          <a:xfrm>
            <a:off x="1303770" y="1710255"/>
            <a:ext cx="604176" cy="604174"/>
          </a:xfrm>
          <a:prstGeom prst="ellipse">
            <a:avLst/>
          </a:prstGeom>
          <a:solidFill>
            <a:schemeClr val="accent6"/>
          </a:solidFill>
          <a:ln w="53975">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a:p>
        </p:txBody>
      </p:sp>
      <p:pic>
        <p:nvPicPr>
          <p:cNvPr id="13" name="Graphic 12">
            <a:hlinkClick r:id="" action="ppaction://noaction"/>
            <a:extLst>
              <a:ext uri="{FF2B5EF4-FFF2-40B4-BE49-F238E27FC236}">
                <a16:creationId xmlns:a16="http://schemas.microsoft.com/office/drawing/2014/main" id="{93145C6A-5E9D-4853-194B-6E4E162A5F8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502111" y="1892825"/>
            <a:ext cx="231671" cy="247834"/>
          </a:xfrm>
          <a:prstGeom prst="rect">
            <a:avLst/>
          </a:prstGeom>
        </p:spPr>
      </p:pic>
      <p:sp>
        <p:nvSpPr>
          <p:cNvPr id="16" name="Oval 15">
            <a:extLst>
              <a:ext uri="{FF2B5EF4-FFF2-40B4-BE49-F238E27FC236}">
                <a16:creationId xmlns:a16="http://schemas.microsoft.com/office/drawing/2014/main" id="{1A04598C-A9DC-4327-4434-AC330CC5E90B}"/>
              </a:ext>
            </a:extLst>
          </p:cNvPr>
          <p:cNvSpPr/>
          <p:nvPr userDrawn="1"/>
        </p:nvSpPr>
        <p:spPr>
          <a:xfrm>
            <a:off x="1309871" y="3442674"/>
            <a:ext cx="604176" cy="604174"/>
          </a:xfrm>
          <a:prstGeom prst="ellipse">
            <a:avLst/>
          </a:prstGeom>
          <a:solidFill>
            <a:schemeClr val="accent6"/>
          </a:solidFill>
          <a:ln w="53975">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a:p>
        </p:txBody>
      </p:sp>
      <p:pic>
        <p:nvPicPr>
          <p:cNvPr id="17" name="Graphic 16">
            <a:hlinkClick r:id="" action="ppaction://noaction"/>
            <a:extLst>
              <a:ext uri="{FF2B5EF4-FFF2-40B4-BE49-F238E27FC236}">
                <a16:creationId xmlns:a16="http://schemas.microsoft.com/office/drawing/2014/main" id="{C29152DF-CA6A-2D2B-F259-D361722B81E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495529" y="3616380"/>
            <a:ext cx="231671" cy="247834"/>
          </a:xfrm>
          <a:prstGeom prst="rect">
            <a:avLst/>
          </a:prstGeom>
        </p:spPr>
      </p:pic>
      <p:sp>
        <p:nvSpPr>
          <p:cNvPr id="20" name="Oval 19">
            <a:extLst>
              <a:ext uri="{FF2B5EF4-FFF2-40B4-BE49-F238E27FC236}">
                <a16:creationId xmlns:a16="http://schemas.microsoft.com/office/drawing/2014/main" id="{60CF9DA6-B8E4-4221-3133-F7B2CC632302}"/>
              </a:ext>
            </a:extLst>
          </p:cNvPr>
          <p:cNvSpPr/>
          <p:nvPr userDrawn="1"/>
        </p:nvSpPr>
        <p:spPr>
          <a:xfrm>
            <a:off x="1302288" y="5204494"/>
            <a:ext cx="604176" cy="604174"/>
          </a:xfrm>
          <a:prstGeom prst="ellipse">
            <a:avLst/>
          </a:prstGeom>
          <a:solidFill>
            <a:schemeClr val="accent6"/>
          </a:solidFill>
          <a:ln w="53975">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a:p>
        </p:txBody>
      </p:sp>
      <p:pic>
        <p:nvPicPr>
          <p:cNvPr id="21" name="Graphic 20">
            <a:hlinkClick r:id="" action="ppaction://noaction"/>
            <a:extLst>
              <a:ext uri="{FF2B5EF4-FFF2-40B4-BE49-F238E27FC236}">
                <a16:creationId xmlns:a16="http://schemas.microsoft.com/office/drawing/2014/main" id="{4B2A357D-F5EC-7453-C3A1-EA3C8787BF2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475032" y="5368578"/>
            <a:ext cx="231671" cy="247834"/>
          </a:xfrm>
          <a:prstGeom prst="rect">
            <a:avLst/>
          </a:prstGeom>
        </p:spPr>
      </p:pic>
      <p:sp>
        <p:nvSpPr>
          <p:cNvPr id="24" name="Text Placeholder 29">
            <a:extLst>
              <a:ext uri="{FF2B5EF4-FFF2-40B4-BE49-F238E27FC236}">
                <a16:creationId xmlns:a16="http://schemas.microsoft.com/office/drawing/2014/main" id="{057B2D8C-62F7-5A8A-92CC-A7405C59D4AB}"/>
              </a:ext>
            </a:extLst>
          </p:cNvPr>
          <p:cNvSpPr>
            <a:spLocks noGrp="1"/>
          </p:cNvSpPr>
          <p:nvPr>
            <p:ph type="body" sz="quarter" idx="12" hasCustomPrompt="1"/>
          </p:nvPr>
        </p:nvSpPr>
        <p:spPr>
          <a:xfrm>
            <a:off x="2195044" y="1529061"/>
            <a:ext cx="2727476" cy="975360"/>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400" b="0" i="0" spc="0">
                <a:solidFill>
                  <a:schemeClr val="bg1"/>
                </a:solidFill>
                <a:latin typeface="Funnel Sans" pitchFamily="2" charset="0"/>
              </a:defRPr>
            </a:lvl1pPr>
            <a:lvl2pPr marL="216000" indent="-216000">
              <a:lnSpc>
                <a:spcPct val="100000"/>
              </a:lnSpc>
              <a:spcBef>
                <a:spcPts val="0"/>
              </a:spcBef>
              <a:spcAft>
                <a:spcPts val="600"/>
              </a:spcAft>
              <a:buFontTx/>
              <a:buBlip>
                <a:blip r:embed="rId6"/>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6"/>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6"/>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5" name="Text Placeholder 29">
            <a:extLst>
              <a:ext uri="{FF2B5EF4-FFF2-40B4-BE49-F238E27FC236}">
                <a16:creationId xmlns:a16="http://schemas.microsoft.com/office/drawing/2014/main" id="{D8C0B993-9DED-9630-67DF-8F48A3093D4B}"/>
              </a:ext>
            </a:extLst>
          </p:cNvPr>
          <p:cNvSpPr>
            <a:spLocks noGrp="1"/>
          </p:cNvSpPr>
          <p:nvPr>
            <p:ph type="body" sz="quarter" idx="13" hasCustomPrompt="1"/>
          </p:nvPr>
        </p:nvSpPr>
        <p:spPr>
          <a:xfrm>
            <a:off x="2195044" y="3268980"/>
            <a:ext cx="2727476" cy="975360"/>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400" b="0" i="0" spc="0">
                <a:solidFill>
                  <a:schemeClr val="bg1"/>
                </a:solidFill>
                <a:latin typeface="Funnel Sans" pitchFamily="2" charset="0"/>
              </a:defRPr>
            </a:lvl1pPr>
            <a:lvl2pPr marL="216000" indent="-216000">
              <a:lnSpc>
                <a:spcPct val="100000"/>
              </a:lnSpc>
              <a:spcBef>
                <a:spcPts val="0"/>
              </a:spcBef>
              <a:spcAft>
                <a:spcPts val="600"/>
              </a:spcAft>
              <a:buFontTx/>
              <a:buBlip>
                <a:blip r:embed="rId6"/>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6"/>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6"/>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6" name="Text Placeholder 29">
            <a:extLst>
              <a:ext uri="{FF2B5EF4-FFF2-40B4-BE49-F238E27FC236}">
                <a16:creationId xmlns:a16="http://schemas.microsoft.com/office/drawing/2014/main" id="{06CB1E66-CA9D-7976-8B76-220E43E15026}"/>
              </a:ext>
            </a:extLst>
          </p:cNvPr>
          <p:cNvSpPr>
            <a:spLocks noGrp="1"/>
          </p:cNvSpPr>
          <p:nvPr>
            <p:ph type="body" sz="quarter" idx="14" hasCustomPrompt="1"/>
          </p:nvPr>
        </p:nvSpPr>
        <p:spPr>
          <a:xfrm>
            <a:off x="2195044" y="5018901"/>
            <a:ext cx="2727476" cy="975360"/>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400" b="0" i="0" spc="0">
                <a:solidFill>
                  <a:schemeClr val="bg1"/>
                </a:solidFill>
                <a:latin typeface="Funnel Sans" pitchFamily="2" charset="0"/>
              </a:defRPr>
            </a:lvl1pPr>
            <a:lvl2pPr marL="216000" indent="-216000">
              <a:lnSpc>
                <a:spcPct val="100000"/>
              </a:lnSpc>
              <a:spcBef>
                <a:spcPts val="0"/>
              </a:spcBef>
              <a:spcAft>
                <a:spcPts val="600"/>
              </a:spcAft>
              <a:buFontTx/>
              <a:buBlip>
                <a:blip r:embed="rId6"/>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6"/>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6"/>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7" name="Text Placeholder 29">
            <a:extLst>
              <a:ext uri="{FF2B5EF4-FFF2-40B4-BE49-F238E27FC236}">
                <a16:creationId xmlns:a16="http://schemas.microsoft.com/office/drawing/2014/main" id="{2903C06C-12D7-2881-E21D-78E85C970D26}"/>
              </a:ext>
            </a:extLst>
          </p:cNvPr>
          <p:cNvSpPr>
            <a:spLocks noGrp="1"/>
          </p:cNvSpPr>
          <p:nvPr>
            <p:ph type="body" sz="quarter" idx="25" hasCustomPrompt="1"/>
          </p:nvPr>
        </p:nvSpPr>
        <p:spPr>
          <a:xfrm>
            <a:off x="5538611" y="1356361"/>
            <a:ext cx="6095414" cy="4936890"/>
          </a:xfrm>
        </p:spPr>
        <p:txBody>
          <a:bodyPr lIns="0" tIns="0" rIns="0" bIns="0" anchor="t" anchorCtr="0">
            <a:normAutofit/>
          </a:bodyPr>
          <a:lstStyle>
            <a:lvl1pPr marL="0" indent="0">
              <a:lnSpc>
                <a:spcPct val="100000"/>
              </a:lnSpc>
              <a:spcBef>
                <a:spcPts val="0"/>
              </a:spcBef>
              <a:spcAft>
                <a:spcPts val="600"/>
              </a:spcAft>
              <a:buFont typeface="Arial" panose="020B0604020202020204" pitchFamily="34" charset="0"/>
              <a:buNone/>
              <a:defRPr sz="1400" b="0" i="0" spc="0">
                <a:solidFill>
                  <a:schemeClr val="bg1"/>
                </a:solidFill>
                <a:latin typeface="Funnel Sans" pitchFamily="2" charset="0"/>
              </a:defRPr>
            </a:lvl1pPr>
            <a:lvl2pPr marL="216000" indent="-216000">
              <a:lnSpc>
                <a:spcPct val="100000"/>
              </a:lnSpc>
              <a:spcBef>
                <a:spcPts val="0"/>
              </a:spcBef>
              <a:spcAft>
                <a:spcPts val="600"/>
              </a:spcAft>
              <a:buFontTx/>
              <a:buBlip>
                <a:blip r:embed="rId6"/>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6"/>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6"/>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00" cap="none" spc="0" normalizeH="0" baseline="0" noProof="0">
                <a:ln>
                  <a:noFill/>
                </a:ln>
                <a:solidFill>
                  <a:schemeClr val="bg1"/>
                </a:solidFill>
                <a:effectLst/>
                <a:uLnTx/>
                <a:uFillTx/>
                <a:latin typeface="Funnel Sans" pitchFamily="2" charset="0"/>
                <a:ea typeface="Calibri" panose="020F0502020204030204" pitchFamily="34" charset="0"/>
                <a:cs typeface="Times New Roman" panose="02020603050405020304" pitchFamily="18" charset="0"/>
              </a:rPr>
              <a:t>One defining characteristic of Gen AI is their seamless integration with technology. For them, interacting with AI is as natural as breathing. They effortlessly navigate between physical and virtual worlds, leveraging AI-powered tools to enhance productivity, creativity, and connectivity. Their fluency in technology enables them to harness the full potential of AI, leveraging its capabilities to solve complex problems and drive innovation across diverse domains.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00" cap="none" spc="0" normalizeH="0" baseline="0" noProof="0">
                <a:ln>
                  <a:noFill/>
                </a:ln>
                <a:solidFill>
                  <a:schemeClr val="bg1"/>
                </a:solidFill>
                <a:effectLst/>
                <a:uLnTx/>
                <a:uFillTx/>
                <a:latin typeface="Funnel Sans" pitchFamily="2" charset="0"/>
                <a:ea typeface="Calibri" panose="020F0502020204030204" pitchFamily="34" charset="0"/>
                <a:cs typeface="Times New Roman" panose="02020603050405020304" pitchFamily="18" charset="0"/>
              </a:rPr>
              <a:t>However, Gen AI also faces unique challenges and ethical considerations. As they embrace AI-driven technologies, they must grapple with issues of privacy, security, and algorithmic bias. They are keenly aware of the trade-offs between convenience and control, demanding greater transparency and accountability from AI systems. Moreover, they are at the forefront of discussions surrounding the ethical implications of AI, advocating for fairness, inclusivity, and social responsibility in its development and deployment.</a:t>
            </a:r>
          </a:p>
        </p:txBody>
      </p:sp>
    </p:spTree>
    <p:extLst>
      <p:ext uri="{BB962C8B-B14F-4D97-AF65-F5344CB8AC3E}">
        <p14:creationId xmlns:p14="http://schemas.microsoft.com/office/powerpoint/2010/main" val="1846024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_Title Content with Subtitle 2">
    <p:bg>
      <p:bgPr>
        <a:solidFill>
          <a:schemeClr val="tx1"/>
        </a:solidFill>
        <a:effectLst/>
      </p:bgPr>
    </p:bg>
    <p:spTree>
      <p:nvGrpSpPr>
        <p:cNvPr id="1" name=""/>
        <p:cNvGrpSpPr/>
        <p:nvPr/>
      </p:nvGrpSpPr>
      <p:grpSpPr>
        <a:xfrm>
          <a:off x="0" y="0"/>
          <a:ext cx="0" cy="0"/>
          <a:chOff x="0" y="0"/>
          <a:chExt cx="0" cy="0"/>
        </a:xfrm>
      </p:grpSpPr>
      <p:cxnSp>
        <p:nvCxnSpPr>
          <p:cNvPr id="4" name="Google Shape;228;p11">
            <a:extLst>
              <a:ext uri="{FF2B5EF4-FFF2-40B4-BE49-F238E27FC236}">
                <a16:creationId xmlns:a16="http://schemas.microsoft.com/office/drawing/2014/main" id="{EF0346D1-3BDE-9799-56E0-C2451190C7AA}"/>
              </a:ext>
            </a:extLst>
          </p:cNvPr>
          <p:cNvCxnSpPr/>
          <p:nvPr userDrawn="1"/>
        </p:nvCxnSpPr>
        <p:spPr>
          <a:xfrm>
            <a:off x="2375210" y="1247345"/>
            <a:ext cx="0" cy="4968143"/>
          </a:xfrm>
          <a:prstGeom prst="straightConnector1">
            <a:avLst/>
          </a:prstGeom>
          <a:noFill/>
          <a:ln w="12700" cap="flat" cmpd="sng">
            <a:solidFill>
              <a:schemeClr val="lt1"/>
            </a:solidFill>
            <a:prstDash val="solid"/>
            <a:miter lim="800000"/>
            <a:headEnd type="none" w="sm" len="sm"/>
            <a:tailEnd type="none" w="sm" len="sm"/>
          </a:ln>
        </p:spPr>
      </p:cxnSp>
      <p:pic>
        <p:nvPicPr>
          <p:cNvPr id="7" name="Graphic 6">
            <a:extLst>
              <a:ext uri="{FF2B5EF4-FFF2-40B4-BE49-F238E27FC236}">
                <a16:creationId xmlns:a16="http://schemas.microsoft.com/office/drawing/2014/main" id="{76D3A2C9-466A-0FEC-D743-3EAC16DD8788}"/>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1301162" y="2753590"/>
            <a:ext cx="890753" cy="979825"/>
          </a:xfrm>
          <a:prstGeom prst="rect">
            <a:avLst/>
          </a:prstGeom>
        </p:spPr>
      </p:pic>
      <p:pic>
        <p:nvPicPr>
          <p:cNvPr id="8" name="Graphic 7">
            <a:extLst>
              <a:ext uri="{FF2B5EF4-FFF2-40B4-BE49-F238E27FC236}">
                <a16:creationId xmlns:a16="http://schemas.microsoft.com/office/drawing/2014/main" id="{7E47DAF2-8DDC-06BF-8FB7-0928061FB87F}"/>
              </a:ext>
            </a:extLst>
          </p:cNvPr>
          <p:cNvPicPr>
            <a:picLocks noChangeAspect="1"/>
          </p:cNvPicPr>
          <p:nvPr userDrawn="1"/>
        </p:nvPicPr>
        <p:blipFill>
          <a:blip r:embed="rId2">
            <a:extLst>
              <a:ext uri="{96DAC541-7B7A-43D3-8B79-37D633B846F1}">
                <asvg:svgBlip xmlns:asvg="http://schemas.microsoft.com/office/drawing/2016/SVG/main" r:embed="rId3"/>
              </a:ext>
            </a:extLst>
          </a:blip>
          <a:srcRect l="39395" t="26219" r="10339" b="23780"/>
          <a:stretch/>
        </p:blipFill>
        <p:spPr>
          <a:xfrm>
            <a:off x="1287715" y="3717949"/>
            <a:ext cx="911535" cy="473075"/>
          </a:xfrm>
          <a:prstGeom prst="rect">
            <a:avLst/>
          </a:prstGeom>
        </p:spPr>
      </p:pic>
      <p:sp>
        <p:nvSpPr>
          <p:cNvPr id="14" name="Picture Placeholder 13">
            <a:extLst>
              <a:ext uri="{FF2B5EF4-FFF2-40B4-BE49-F238E27FC236}">
                <a16:creationId xmlns:a16="http://schemas.microsoft.com/office/drawing/2014/main" id="{047C1042-56A8-A826-B72C-DFD0FD9648FF}"/>
              </a:ext>
            </a:extLst>
          </p:cNvPr>
          <p:cNvSpPr>
            <a:spLocks noGrp="1"/>
          </p:cNvSpPr>
          <p:nvPr>
            <p:ph type="pic" sz="quarter" idx="14"/>
          </p:nvPr>
        </p:nvSpPr>
        <p:spPr>
          <a:xfrm>
            <a:off x="2703513" y="1382246"/>
            <a:ext cx="523779" cy="523780"/>
          </a:xfrm>
        </p:spPr>
        <p:txBody>
          <a:bodyPr>
            <a:normAutofit/>
          </a:bodyPr>
          <a:lstStyle>
            <a:lvl1pPr>
              <a:defRPr sz="1000"/>
            </a:lvl1pPr>
          </a:lstStyle>
          <a:p>
            <a:endParaRPr lang="en-GB"/>
          </a:p>
        </p:txBody>
      </p:sp>
      <p:sp>
        <p:nvSpPr>
          <p:cNvPr id="15" name="Picture Placeholder 13">
            <a:extLst>
              <a:ext uri="{FF2B5EF4-FFF2-40B4-BE49-F238E27FC236}">
                <a16:creationId xmlns:a16="http://schemas.microsoft.com/office/drawing/2014/main" id="{4CF4C1B9-4FE3-D5D7-C92E-CD4BD21EB1DA}"/>
              </a:ext>
            </a:extLst>
          </p:cNvPr>
          <p:cNvSpPr>
            <a:spLocks noGrp="1"/>
          </p:cNvSpPr>
          <p:nvPr>
            <p:ph type="pic" sz="quarter" idx="15"/>
          </p:nvPr>
        </p:nvSpPr>
        <p:spPr>
          <a:xfrm>
            <a:off x="2703513" y="2207208"/>
            <a:ext cx="523779" cy="523780"/>
          </a:xfrm>
        </p:spPr>
        <p:txBody>
          <a:bodyPr>
            <a:normAutofit/>
          </a:bodyPr>
          <a:lstStyle>
            <a:lvl1pPr>
              <a:defRPr sz="1000"/>
            </a:lvl1pPr>
          </a:lstStyle>
          <a:p>
            <a:endParaRPr lang="en-GB"/>
          </a:p>
        </p:txBody>
      </p:sp>
      <p:sp>
        <p:nvSpPr>
          <p:cNvPr id="16" name="Picture Placeholder 13">
            <a:extLst>
              <a:ext uri="{FF2B5EF4-FFF2-40B4-BE49-F238E27FC236}">
                <a16:creationId xmlns:a16="http://schemas.microsoft.com/office/drawing/2014/main" id="{08B973C0-93BB-BECD-08C8-19E8789F85E3}"/>
              </a:ext>
            </a:extLst>
          </p:cNvPr>
          <p:cNvSpPr>
            <a:spLocks noGrp="1"/>
          </p:cNvSpPr>
          <p:nvPr>
            <p:ph type="pic" sz="quarter" idx="16"/>
          </p:nvPr>
        </p:nvSpPr>
        <p:spPr>
          <a:xfrm>
            <a:off x="2703513" y="3032170"/>
            <a:ext cx="523779" cy="523780"/>
          </a:xfrm>
        </p:spPr>
        <p:txBody>
          <a:bodyPr>
            <a:normAutofit/>
          </a:bodyPr>
          <a:lstStyle>
            <a:lvl1pPr>
              <a:defRPr sz="1000"/>
            </a:lvl1pPr>
          </a:lstStyle>
          <a:p>
            <a:endParaRPr lang="en-GB"/>
          </a:p>
        </p:txBody>
      </p:sp>
      <p:sp>
        <p:nvSpPr>
          <p:cNvPr id="17" name="Picture Placeholder 13">
            <a:extLst>
              <a:ext uri="{FF2B5EF4-FFF2-40B4-BE49-F238E27FC236}">
                <a16:creationId xmlns:a16="http://schemas.microsoft.com/office/drawing/2014/main" id="{3DFF13AD-E03F-F7A0-6EBF-1D4A1A9DBCA1}"/>
              </a:ext>
            </a:extLst>
          </p:cNvPr>
          <p:cNvSpPr>
            <a:spLocks noGrp="1"/>
          </p:cNvSpPr>
          <p:nvPr>
            <p:ph type="pic" sz="quarter" idx="17"/>
          </p:nvPr>
        </p:nvSpPr>
        <p:spPr>
          <a:xfrm>
            <a:off x="2703513" y="3857132"/>
            <a:ext cx="523779" cy="523780"/>
          </a:xfrm>
        </p:spPr>
        <p:txBody>
          <a:bodyPr>
            <a:normAutofit/>
          </a:bodyPr>
          <a:lstStyle>
            <a:lvl1pPr>
              <a:defRPr sz="1000"/>
            </a:lvl1pPr>
          </a:lstStyle>
          <a:p>
            <a:endParaRPr lang="en-GB"/>
          </a:p>
        </p:txBody>
      </p:sp>
      <p:sp>
        <p:nvSpPr>
          <p:cNvPr id="18" name="Picture Placeholder 13">
            <a:extLst>
              <a:ext uri="{FF2B5EF4-FFF2-40B4-BE49-F238E27FC236}">
                <a16:creationId xmlns:a16="http://schemas.microsoft.com/office/drawing/2014/main" id="{6AB04580-4916-00AA-A8F7-FCFF0D44F367}"/>
              </a:ext>
            </a:extLst>
          </p:cNvPr>
          <p:cNvSpPr>
            <a:spLocks noGrp="1"/>
          </p:cNvSpPr>
          <p:nvPr>
            <p:ph type="pic" sz="quarter" idx="18"/>
          </p:nvPr>
        </p:nvSpPr>
        <p:spPr>
          <a:xfrm>
            <a:off x="2703513" y="4682094"/>
            <a:ext cx="523779" cy="523780"/>
          </a:xfrm>
        </p:spPr>
        <p:txBody>
          <a:bodyPr>
            <a:normAutofit/>
          </a:bodyPr>
          <a:lstStyle>
            <a:lvl1pPr>
              <a:defRPr sz="1000"/>
            </a:lvl1pPr>
          </a:lstStyle>
          <a:p>
            <a:endParaRPr lang="en-GB"/>
          </a:p>
        </p:txBody>
      </p:sp>
      <p:sp>
        <p:nvSpPr>
          <p:cNvPr id="19" name="Picture Placeholder 13">
            <a:extLst>
              <a:ext uri="{FF2B5EF4-FFF2-40B4-BE49-F238E27FC236}">
                <a16:creationId xmlns:a16="http://schemas.microsoft.com/office/drawing/2014/main" id="{D801AEC6-DF83-F481-951B-A94269130B43}"/>
              </a:ext>
            </a:extLst>
          </p:cNvPr>
          <p:cNvSpPr>
            <a:spLocks noGrp="1"/>
          </p:cNvSpPr>
          <p:nvPr>
            <p:ph type="pic" sz="quarter" idx="19"/>
          </p:nvPr>
        </p:nvSpPr>
        <p:spPr>
          <a:xfrm>
            <a:off x="2703513" y="5507056"/>
            <a:ext cx="523779" cy="523780"/>
          </a:xfrm>
        </p:spPr>
        <p:txBody>
          <a:bodyPr>
            <a:normAutofit/>
          </a:bodyPr>
          <a:lstStyle>
            <a:lvl1pPr>
              <a:defRPr sz="1000"/>
            </a:lvl1pPr>
          </a:lstStyle>
          <a:p>
            <a:endParaRPr lang="en-GB"/>
          </a:p>
        </p:txBody>
      </p:sp>
      <p:sp>
        <p:nvSpPr>
          <p:cNvPr id="20" name="Text Placeholder 29">
            <a:extLst>
              <a:ext uri="{FF2B5EF4-FFF2-40B4-BE49-F238E27FC236}">
                <a16:creationId xmlns:a16="http://schemas.microsoft.com/office/drawing/2014/main" id="{72973DFC-6171-0DFD-71C6-59997FA09975}"/>
              </a:ext>
            </a:extLst>
          </p:cNvPr>
          <p:cNvSpPr>
            <a:spLocks noGrp="1"/>
          </p:cNvSpPr>
          <p:nvPr>
            <p:ph type="body" sz="quarter" idx="12" hasCustomPrompt="1"/>
          </p:nvPr>
        </p:nvSpPr>
        <p:spPr>
          <a:xfrm>
            <a:off x="3509704" y="1382245"/>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1" name="Text Placeholder 29">
            <a:extLst>
              <a:ext uri="{FF2B5EF4-FFF2-40B4-BE49-F238E27FC236}">
                <a16:creationId xmlns:a16="http://schemas.microsoft.com/office/drawing/2014/main" id="{8F80F2FC-0C6A-45BA-E74B-9131EF9549B2}"/>
              </a:ext>
            </a:extLst>
          </p:cNvPr>
          <p:cNvSpPr>
            <a:spLocks noGrp="1"/>
          </p:cNvSpPr>
          <p:nvPr>
            <p:ph type="body" sz="quarter" idx="20" hasCustomPrompt="1"/>
          </p:nvPr>
        </p:nvSpPr>
        <p:spPr>
          <a:xfrm>
            <a:off x="3509704" y="2207209"/>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2" name="Text Placeholder 29">
            <a:extLst>
              <a:ext uri="{FF2B5EF4-FFF2-40B4-BE49-F238E27FC236}">
                <a16:creationId xmlns:a16="http://schemas.microsoft.com/office/drawing/2014/main" id="{9562AF29-3BC4-019C-8595-D09498EA2E9E}"/>
              </a:ext>
            </a:extLst>
          </p:cNvPr>
          <p:cNvSpPr>
            <a:spLocks noGrp="1"/>
          </p:cNvSpPr>
          <p:nvPr>
            <p:ph type="body" sz="quarter" idx="21" hasCustomPrompt="1"/>
          </p:nvPr>
        </p:nvSpPr>
        <p:spPr>
          <a:xfrm>
            <a:off x="3509704" y="3032170"/>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3" name="Text Placeholder 29">
            <a:extLst>
              <a:ext uri="{FF2B5EF4-FFF2-40B4-BE49-F238E27FC236}">
                <a16:creationId xmlns:a16="http://schemas.microsoft.com/office/drawing/2014/main" id="{7D5A6C05-246F-9B93-F926-B6AC356C30D9}"/>
              </a:ext>
            </a:extLst>
          </p:cNvPr>
          <p:cNvSpPr>
            <a:spLocks noGrp="1"/>
          </p:cNvSpPr>
          <p:nvPr>
            <p:ph type="body" sz="quarter" idx="22" hasCustomPrompt="1"/>
          </p:nvPr>
        </p:nvSpPr>
        <p:spPr>
          <a:xfrm>
            <a:off x="3509704" y="3857132"/>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4" name="Text Placeholder 29">
            <a:extLst>
              <a:ext uri="{FF2B5EF4-FFF2-40B4-BE49-F238E27FC236}">
                <a16:creationId xmlns:a16="http://schemas.microsoft.com/office/drawing/2014/main" id="{F2EE1EA3-B638-FE3D-0F2F-37FCB7A71F89}"/>
              </a:ext>
            </a:extLst>
          </p:cNvPr>
          <p:cNvSpPr>
            <a:spLocks noGrp="1"/>
          </p:cNvSpPr>
          <p:nvPr>
            <p:ph type="body" sz="quarter" idx="23" hasCustomPrompt="1"/>
          </p:nvPr>
        </p:nvSpPr>
        <p:spPr>
          <a:xfrm>
            <a:off x="3509704" y="4679265"/>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5" name="Text Placeholder 29">
            <a:extLst>
              <a:ext uri="{FF2B5EF4-FFF2-40B4-BE49-F238E27FC236}">
                <a16:creationId xmlns:a16="http://schemas.microsoft.com/office/drawing/2014/main" id="{77ECA0FA-2314-7192-185F-89F35B19314B}"/>
              </a:ext>
            </a:extLst>
          </p:cNvPr>
          <p:cNvSpPr>
            <a:spLocks noGrp="1"/>
          </p:cNvSpPr>
          <p:nvPr>
            <p:ph type="body" sz="quarter" idx="24" hasCustomPrompt="1"/>
          </p:nvPr>
        </p:nvSpPr>
        <p:spPr>
          <a:xfrm>
            <a:off x="3509704" y="5507056"/>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6" name="Text Placeholder 29">
            <a:extLst>
              <a:ext uri="{FF2B5EF4-FFF2-40B4-BE49-F238E27FC236}">
                <a16:creationId xmlns:a16="http://schemas.microsoft.com/office/drawing/2014/main" id="{42A54817-44EB-40C2-D8C3-A943F1D9322E}"/>
              </a:ext>
            </a:extLst>
          </p:cNvPr>
          <p:cNvSpPr>
            <a:spLocks noGrp="1"/>
          </p:cNvSpPr>
          <p:nvPr>
            <p:ph type="body" sz="quarter" idx="25" hasCustomPrompt="1"/>
          </p:nvPr>
        </p:nvSpPr>
        <p:spPr>
          <a:xfrm>
            <a:off x="6750447" y="1382245"/>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7" name="Text Placeholder 29">
            <a:extLst>
              <a:ext uri="{FF2B5EF4-FFF2-40B4-BE49-F238E27FC236}">
                <a16:creationId xmlns:a16="http://schemas.microsoft.com/office/drawing/2014/main" id="{5682C179-2910-7A45-2D26-2B7599A94280}"/>
              </a:ext>
            </a:extLst>
          </p:cNvPr>
          <p:cNvSpPr>
            <a:spLocks noGrp="1"/>
          </p:cNvSpPr>
          <p:nvPr>
            <p:ph type="body" sz="quarter" idx="26" hasCustomPrompt="1"/>
          </p:nvPr>
        </p:nvSpPr>
        <p:spPr>
          <a:xfrm>
            <a:off x="6750447" y="2207209"/>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8" name="Text Placeholder 29">
            <a:extLst>
              <a:ext uri="{FF2B5EF4-FFF2-40B4-BE49-F238E27FC236}">
                <a16:creationId xmlns:a16="http://schemas.microsoft.com/office/drawing/2014/main" id="{632DB566-FC10-871C-4F8C-C8D44C3DC2ED}"/>
              </a:ext>
            </a:extLst>
          </p:cNvPr>
          <p:cNvSpPr>
            <a:spLocks noGrp="1"/>
          </p:cNvSpPr>
          <p:nvPr>
            <p:ph type="body" sz="quarter" idx="27" hasCustomPrompt="1"/>
          </p:nvPr>
        </p:nvSpPr>
        <p:spPr>
          <a:xfrm>
            <a:off x="6750447" y="3032170"/>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9" name="Text Placeholder 29">
            <a:extLst>
              <a:ext uri="{FF2B5EF4-FFF2-40B4-BE49-F238E27FC236}">
                <a16:creationId xmlns:a16="http://schemas.microsoft.com/office/drawing/2014/main" id="{49E58398-EE12-9DC4-49AC-7DB4AE9AA08D}"/>
              </a:ext>
            </a:extLst>
          </p:cNvPr>
          <p:cNvSpPr>
            <a:spLocks noGrp="1"/>
          </p:cNvSpPr>
          <p:nvPr>
            <p:ph type="body" sz="quarter" idx="28" hasCustomPrompt="1"/>
          </p:nvPr>
        </p:nvSpPr>
        <p:spPr>
          <a:xfrm>
            <a:off x="6750447" y="3857132"/>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30" name="Text Placeholder 29">
            <a:extLst>
              <a:ext uri="{FF2B5EF4-FFF2-40B4-BE49-F238E27FC236}">
                <a16:creationId xmlns:a16="http://schemas.microsoft.com/office/drawing/2014/main" id="{DED2C998-0161-2571-7BF6-C229081287B8}"/>
              </a:ext>
            </a:extLst>
          </p:cNvPr>
          <p:cNvSpPr>
            <a:spLocks noGrp="1"/>
          </p:cNvSpPr>
          <p:nvPr>
            <p:ph type="body" sz="quarter" idx="29" hasCustomPrompt="1"/>
          </p:nvPr>
        </p:nvSpPr>
        <p:spPr>
          <a:xfrm>
            <a:off x="6750447" y="4679265"/>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31" name="Text Placeholder 29">
            <a:extLst>
              <a:ext uri="{FF2B5EF4-FFF2-40B4-BE49-F238E27FC236}">
                <a16:creationId xmlns:a16="http://schemas.microsoft.com/office/drawing/2014/main" id="{1ABBBC37-F0F7-7D16-C91B-1C33DF6ED05F}"/>
              </a:ext>
            </a:extLst>
          </p:cNvPr>
          <p:cNvSpPr>
            <a:spLocks noGrp="1"/>
          </p:cNvSpPr>
          <p:nvPr>
            <p:ph type="body" sz="quarter" idx="30" hasCustomPrompt="1"/>
          </p:nvPr>
        </p:nvSpPr>
        <p:spPr>
          <a:xfrm>
            <a:off x="6750447" y="5507056"/>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pic>
        <p:nvPicPr>
          <p:cNvPr id="9" name="Graphic 8">
            <a:extLst>
              <a:ext uri="{FF2B5EF4-FFF2-40B4-BE49-F238E27FC236}">
                <a16:creationId xmlns:a16="http://schemas.microsoft.com/office/drawing/2014/main" id="{1BDF681B-0D53-63D4-8D65-AA99732F5A12}"/>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3" name="Google Shape;18;p26">
            <a:extLst>
              <a:ext uri="{FF2B5EF4-FFF2-40B4-BE49-F238E27FC236}">
                <a16:creationId xmlns:a16="http://schemas.microsoft.com/office/drawing/2014/main" id="{DAE68BB0-3099-7DDC-C0F1-DA5D3EA433E0}"/>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8CAA304D-771A-EF02-F95F-69D4045E2FE6}"/>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13022711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Title Content with Subtitle 2">
    <p:bg>
      <p:bgPr>
        <a:solidFill>
          <a:schemeClr val="tx1"/>
        </a:solidFill>
        <a:effectLst/>
      </p:bgPr>
    </p:bg>
    <p:spTree>
      <p:nvGrpSpPr>
        <p:cNvPr id="1" name=""/>
        <p:cNvGrpSpPr/>
        <p:nvPr/>
      </p:nvGrpSpPr>
      <p:grpSpPr>
        <a:xfrm>
          <a:off x="0" y="0"/>
          <a:ext cx="0" cy="0"/>
          <a:chOff x="0" y="0"/>
          <a:chExt cx="0" cy="0"/>
        </a:xfrm>
      </p:grpSpPr>
      <p:sp>
        <p:nvSpPr>
          <p:cNvPr id="14" name="Text Placeholder 29">
            <a:extLst>
              <a:ext uri="{FF2B5EF4-FFF2-40B4-BE49-F238E27FC236}">
                <a16:creationId xmlns:a16="http://schemas.microsoft.com/office/drawing/2014/main" id="{0DEDA68D-6CAE-D022-A365-83EC3BD24C0E}"/>
              </a:ext>
            </a:extLst>
          </p:cNvPr>
          <p:cNvSpPr>
            <a:spLocks noGrp="1"/>
          </p:cNvSpPr>
          <p:nvPr>
            <p:ph type="body" sz="quarter" idx="25"/>
          </p:nvPr>
        </p:nvSpPr>
        <p:spPr>
          <a:xfrm>
            <a:off x="3698748"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15" name="Text Placeholder 29">
            <a:extLst>
              <a:ext uri="{FF2B5EF4-FFF2-40B4-BE49-F238E27FC236}">
                <a16:creationId xmlns:a16="http://schemas.microsoft.com/office/drawing/2014/main" id="{B2618AE6-FDBE-1354-D93B-8602477F4E75}"/>
              </a:ext>
            </a:extLst>
          </p:cNvPr>
          <p:cNvSpPr>
            <a:spLocks noGrp="1"/>
          </p:cNvSpPr>
          <p:nvPr>
            <p:ph type="body" sz="quarter" idx="26"/>
          </p:nvPr>
        </p:nvSpPr>
        <p:spPr>
          <a:xfrm>
            <a:off x="6397880"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22" name="Text Placeholder 29">
            <a:extLst>
              <a:ext uri="{FF2B5EF4-FFF2-40B4-BE49-F238E27FC236}">
                <a16:creationId xmlns:a16="http://schemas.microsoft.com/office/drawing/2014/main" id="{1B78320B-EF80-0262-B50A-37AED8749BD4}"/>
              </a:ext>
            </a:extLst>
          </p:cNvPr>
          <p:cNvSpPr>
            <a:spLocks noGrp="1"/>
          </p:cNvSpPr>
          <p:nvPr>
            <p:ph type="body" sz="quarter" idx="27"/>
          </p:nvPr>
        </p:nvSpPr>
        <p:spPr>
          <a:xfrm>
            <a:off x="9097013"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8" name="Text Placeholder 29">
            <a:extLst>
              <a:ext uri="{FF2B5EF4-FFF2-40B4-BE49-F238E27FC236}">
                <a16:creationId xmlns:a16="http://schemas.microsoft.com/office/drawing/2014/main" id="{BCE06CA3-FBDA-0DB1-EC08-8B166A08F26E}"/>
              </a:ext>
            </a:extLst>
          </p:cNvPr>
          <p:cNvSpPr>
            <a:spLocks noGrp="1"/>
          </p:cNvSpPr>
          <p:nvPr>
            <p:ph type="body" sz="quarter" idx="12"/>
          </p:nvPr>
        </p:nvSpPr>
        <p:spPr>
          <a:xfrm>
            <a:off x="999616"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6" name="Text Placeholder 29">
            <a:extLst>
              <a:ext uri="{FF2B5EF4-FFF2-40B4-BE49-F238E27FC236}">
                <a16:creationId xmlns:a16="http://schemas.microsoft.com/office/drawing/2014/main" id="{3DB8AE90-7EB1-5723-0F92-48827ECF6F3E}"/>
              </a:ext>
            </a:extLst>
          </p:cNvPr>
          <p:cNvSpPr>
            <a:spLocks noGrp="1"/>
          </p:cNvSpPr>
          <p:nvPr>
            <p:ph type="body" sz="quarter" idx="17"/>
          </p:nvPr>
        </p:nvSpPr>
        <p:spPr>
          <a:xfrm>
            <a:off x="999616"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13" name="Text Placeholder 29">
            <a:extLst>
              <a:ext uri="{FF2B5EF4-FFF2-40B4-BE49-F238E27FC236}">
                <a16:creationId xmlns:a16="http://schemas.microsoft.com/office/drawing/2014/main" id="{D040A3A8-1C48-A156-8029-7C18C4272F9F}"/>
              </a:ext>
            </a:extLst>
          </p:cNvPr>
          <p:cNvSpPr>
            <a:spLocks noGrp="1"/>
          </p:cNvSpPr>
          <p:nvPr>
            <p:ph type="body" sz="quarter" idx="21"/>
          </p:nvPr>
        </p:nvSpPr>
        <p:spPr>
          <a:xfrm>
            <a:off x="3698748"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0" name="Text Placeholder 29">
            <a:extLst>
              <a:ext uri="{FF2B5EF4-FFF2-40B4-BE49-F238E27FC236}">
                <a16:creationId xmlns:a16="http://schemas.microsoft.com/office/drawing/2014/main" id="{0BB47F86-F305-9165-364E-B5101312E550}"/>
              </a:ext>
            </a:extLst>
          </p:cNvPr>
          <p:cNvSpPr>
            <a:spLocks noGrp="1"/>
          </p:cNvSpPr>
          <p:nvPr>
            <p:ph type="body" sz="quarter" idx="22"/>
          </p:nvPr>
        </p:nvSpPr>
        <p:spPr>
          <a:xfrm>
            <a:off x="6397881"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1" name="Text Placeholder 29">
            <a:extLst>
              <a:ext uri="{FF2B5EF4-FFF2-40B4-BE49-F238E27FC236}">
                <a16:creationId xmlns:a16="http://schemas.microsoft.com/office/drawing/2014/main" id="{42ADFDFF-05A9-4992-8DD0-3EC768B002EB}"/>
              </a:ext>
            </a:extLst>
          </p:cNvPr>
          <p:cNvSpPr>
            <a:spLocks noGrp="1"/>
          </p:cNvSpPr>
          <p:nvPr>
            <p:ph type="body" sz="quarter" idx="23"/>
          </p:nvPr>
        </p:nvSpPr>
        <p:spPr>
          <a:xfrm>
            <a:off x="9097013"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4" name="Graphic 3">
            <a:extLst>
              <a:ext uri="{FF2B5EF4-FFF2-40B4-BE49-F238E27FC236}">
                <a16:creationId xmlns:a16="http://schemas.microsoft.com/office/drawing/2014/main" id="{46047695-D2A7-8CC8-6237-AB6999393F4C}"/>
              </a:ext>
            </a:extLst>
          </p:cNvPr>
          <p:cNvPicPr>
            <a:picLocks noChangeAspect="1"/>
          </p:cNvPicPr>
          <p:nvPr userDrawn="1"/>
        </p:nvPicPr>
        <p:blipFill>
          <a:blip r:embed="rId3">
            <a:extLst>
              <a:ext uri="{96DAC541-7B7A-43D3-8B79-37D633B846F1}">
                <asvg:svgBlip xmlns:asvg="http://schemas.microsoft.com/office/drawing/2016/SVG/main" r:embed="rId4"/>
              </a:ext>
            </a:extLst>
          </a:blip>
          <a:srcRect l="8134" t="14156" r="57486" b="13360"/>
          <a:stretch/>
        </p:blipFill>
        <p:spPr>
          <a:xfrm>
            <a:off x="211950" y="238991"/>
            <a:ext cx="572667" cy="629932"/>
          </a:xfrm>
          <a:prstGeom prst="rect">
            <a:avLst/>
          </a:prstGeom>
        </p:spPr>
      </p:pic>
      <p:sp>
        <p:nvSpPr>
          <p:cNvPr id="10" name="Google Shape;18;p26">
            <a:extLst>
              <a:ext uri="{FF2B5EF4-FFF2-40B4-BE49-F238E27FC236}">
                <a16:creationId xmlns:a16="http://schemas.microsoft.com/office/drawing/2014/main" id="{40BA8D3D-17C0-D789-C333-63552D006772}"/>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3" name="Google Shape;22;p26">
            <a:extLst>
              <a:ext uri="{FF2B5EF4-FFF2-40B4-BE49-F238E27FC236}">
                <a16:creationId xmlns:a16="http://schemas.microsoft.com/office/drawing/2014/main" id="{76027FBC-A175-7DE8-4A2B-184B4960BC7A}"/>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14781243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Title Content with Subtitle 2">
    <p:bg>
      <p:bgPr>
        <a:solidFill>
          <a:schemeClr val="tx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6CC7ED2-4130-8BAA-9526-2D8799302F49}"/>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2" name="Google Shape;18;p26">
            <a:extLst>
              <a:ext uri="{FF2B5EF4-FFF2-40B4-BE49-F238E27FC236}">
                <a16:creationId xmlns:a16="http://schemas.microsoft.com/office/drawing/2014/main" id="{6C79224C-660E-866A-4310-65AD7FA56EB7}"/>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13" name="Text Placeholder 29">
            <a:extLst>
              <a:ext uri="{FF2B5EF4-FFF2-40B4-BE49-F238E27FC236}">
                <a16:creationId xmlns:a16="http://schemas.microsoft.com/office/drawing/2014/main" id="{A20BA513-AB44-FBCE-331C-59FEF272E254}"/>
              </a:ext>
            </a:extLst>
          </p:cNvPr>
          <p:cNvSpPr>
            <a:spLocks noGrp="1"/>
          </p:cNvSpPr>
          <p:nvPr>
            <p:ph type="body" sz="quarter" idx="12"/>
          </p:nvPr>
        </p:nvSpPr>
        <p:spPr>
          <a:xfrm>
            <a:off x="993896" y="3813391"/>
            <a:ext cx="3332818"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4" name="Text Placeholder 29">
            <a:extLst>
              <a:ext uri="{FF2B5EF4-FFF2-40B4-BE49-F238E27FC236}">
                <a16:creationId xmlns:a16="http://schemas.microsoft.com/office/drawing/2014/main" id="{A4D511F8-0DC1-91AC-E66E-7AFA42FDE4D1}"/>
              </a:ext>
            </a:extLst>
          </p:cNvPr>
          <p:cNvSpPr>
            <a:spLocks noGrp="1"/>
          </p:cNvSpPr>
          <p:nvPr>
            <p:ph type="body" sz="quarter" idx="24"/>
          </p:nvPr>
        </p:nvSpPr>
        <p:spPr>
          <a:xfrm>
            <a:off x="4651496" y="3813391"/>
            <a:ext cx="3332818"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5" name="Text Placeholder 29">
            <a:extLst>
              <a:ext uri="{FF2B5EF4-FFF2-40B4-BE49-F238E27FC236}">
                <a16:creationId xmlns:a16="http://schemas.microsoft.com/office/drawing/2014/main" id="{6A8CF9EB-86D8-442F-E830-B539DD32C222}"/>
              </a:ext>
            </a:extLst>
          </p:cNvPr>
          <p:cNvSpPr>
            <a:spLocks noGrp="1"/>
          </p:cNvSpPr>
          <p:nvPr>
            <p:ph type="body" sz="quarter" idx="26"/>
          </p:nvPr>
        </p:nvSpPr>
        <p:spPr>
          <a:xfrm>
            <a:off x="8300367" y="3813391"/>
            <a:ext cx="3332818"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6" name="Text Placeholder 29">
            <a:extLst>
              <a:ext uri="{FF2B5EF4-FFF2-40B4-BE49-F238E27FC236}">
                <a16:creationId xmlns:a16="http://schemas.microsoft.com/office/drawing/2014/main" id="{7261AA00-40F1-D4FF-078F-0421A78005E0}"/>
              </a:ext>
            </a:extLst>
          </p:cNvPr>
          <p:cNvSpPr>
            <a:spLocks noGrp="1"/>
          </p:cNvSpPr>
          <p:nvPr>
            <p:ph type="body" sz="quarter" idx="17"/>
          </p:nvPr>
        </p:nvSpPr>
        <p:spPr>
          <a:xfrm>
            <a:off x="993896" y="2494889"/>
            <a:ext cx="3332818" cy="1058772"/>
          </a:xfrm>
          <a:prstGeom prst="roundRect">
            <a:avLst>
              <a:gd name="adj" fmla="val 16502"/>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4"/>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4"/>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7" name="Text Placeholder 29">
            <a:extLst>
              <a:ext uri="{FF2B5EF4-FFF2-40B4-BE49-F238E27FC236}">
                <a16:creationId xmlns:a16="http://schemas.microsoft.com/office/drawing/2014/main" id="{76F2DFD6-04C7-924C-9200-A415D6C0CAA9}"/>
              </a:ext>
            </a:extLst>
          </p:cNvPr>
          <p:cNvSpPr>
            <a:spLocks noGrp="1"/>
          </p:cNvSpPr>
          <p:nvPr>
            <p:ph type="body" sz="quarter" idx="28"/>
          </p:nvPr>
        </p:nvSpPr>
        <p:spPr>
          <a:xfrm>
            <a:off x="4651496" y="2494889"/>
            <a:ext cx="3332818" cy="1058772"/>
          </a:xfrm>
          <a:prstGeom prst="roundRect">
            <a:avLst>
              <a:gd name="adj" fmla="val 16502"/>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4"/>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4"/>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8" name="Text Placeholder 29">
            <a:extLst>
              <a:ext uri="{FF2B5EF4-FFF2-40B4-BE49-F238E27FC236}">
                <a16:creationId xmlns:a16="http://schemas.microsoft.com/office/drawing/2014/main" id="{5339B713-39D3-066D-F35C-4D0F63F3B8E3}"/>
              </a:ext>
            </a:extLst>
          </p:cNvPr>
          <p:cNvSpPr>
            <a:spLocks noGrp="1"/>
          </p:cNvSpPr>
          <p:nvPr>
            <p:ph type="body" sz="quarter" idx="29"/>
          </p:nvPr>
        </p:nvSpPr>
        <p:spPr>
          <a:xfrm>
            <a:off x="8309096" y="2494889"/>
            <a:ext cx="3332818" cy="1058772"/>
          </a:xfrm>
          <a:prstGeom prst="roundRect">
            <a:avLst>
              <a:gd name="adj" fmla="val 16502"/>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4"/>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4"/>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2" name="Google Shape;22;p26">
            <a:extLst>
              <a:ext uri="{FF2B5EF4-FFF2-40B4-BE49-F238E27FC236}">
                <a16:creationId xmlns:a16="http://schemas.microsoft.com/office/drawing/2014/main" id="{00C2046C-7F7E-1658-FAEB-8157C4CA1087}"/>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206873750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7_Title Content with Subtitle 2">
    <p:bg>
      <p:bgPr>
        <a:solidFill>
          <a:schemeClr val="tx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6CC7ED2-4130-8BAA-9526-2D8799302F49}"/>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2" name="Google Shape;18;p26">
            <a:extLst>
              <a:ext uri="{FF2B5EF4-FFF2-40B4-BE49-F238E27FC236}">
                <a16:creationId xmlns:a16="http://schemas.microsoft.com/office/drawing/2014/main" id="{6C79224C-660E-866A-4310-65AD7FA56EB7}"/>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00C2046C-7F7E-1658-FAEB-8157C4CA1087}"/>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287428895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5_Title Content with Subtitle 2">
    <p:bg>
      <p:bgPr>
        <a:solidFill>
          <a:schemeClr val="tx1"/>
        </a:solidFill>
        <a:effectLst/>
      </p:bgPr>
    </p:bg>
    <p:spTree>
      <p:nvGrpSpPr>
        <p:cNvPr id="1" name=""/>
        <p:cNvGrpSpPr/>
        <p:nvPr/>
      </p:nvGrpSpPr>
      <p:grpSpPr>
        <a:xfrm>
          <a:off x="0" y="0"/>
          <a:ext cx="0" cy="0"/>
          <a:chOff x="0" y="0"/>
          <a:chExt cx="0" cy="0"/>
        </a:xfrm>
      </p:grpSpPr>
      <p:sp>
        <p:nvSpPr>
          <p:cNvPr id="8" name="Text Placeholder 29">
            <a:extLst>
              <a:ext uri="{FF2B5EF4-FFF2-40B4-BE49-F238E27FC236}">
                <a16:creationId xmlns:a16="http://schemas.microsoft.com/office/drawing/2014/main" id="{BCE06CA3-FBDA-0DB1-EC08-8B166A08F26E}"/>
              </a:ext>
            </a:extLst>
          </p:cNvPr>
          <p:cNvSpPr>
            <a:spLocks noGrp="1"/>
          </p:cNvSpPr>
          <p:nvPr>
            <p:ph type="body" sz="quarter" idx="12"/>
          </p:nvPr>
        </p:nvSpPr>
        <p:spPr>
          <a:xfrm>
            <a:off x="1029130"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9" name="Text Placeholder 29">
            <a:extLst>
              <a:ext uri="{FF2B5EF4-FFF2-40B4-BE49-F238E27FC236}">
                <a16:creationId xmlns:a16="http://schemas.microsoft.com/office/drawing/2014/main" id="{7812742B-B5EA-A826-D00D-EA8A7E8F5C42}"/>
              </a:ext>
            </a:extLst>
          </p:cNvPr>
          <p:cNvSpPr>
            <a:spLocks noGrp="1"/>
          </p:cNvSpPr>
          <p:nvPr>
            <p:ph type="body" sz="quarter" idx="14"/>
          </p:nvPr>
        </p:nvSpPr>
        <p:spPr>
          <a:xfrm>
            <a:off x="3710990"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4" name="Text Placeholder 29">
            <a:extLst>
              <a:ext uri="{FF2B5EF4-FFF2-40B4-BE49-F238E27FC236}">
                <a16:creationId xmlns:a16="http://schemas.microsoft.com/office/drawing/2014/main" id="{D7AED383-9A52-6797-1AB6-80F75FB02648}"/>
              </a:ext>
            </a:extLst>
          </p:cNvPr>
          <p:cNvSpPr>
            <a:spLocks noGrp="1"/>
          </p:cNvSpPr>
          <p:nvPr>
            <p:ph type="body" sz="quarter" idx="15"/>
          </p:nvPr>
        </p:nvSpPr>
        <p:spPr>
          <a:xfrm>
            <a:off x="6421635"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5" name="Text Placeholder 29">
            <a:extLst>
              <a:ext uri="{FF2B5EF4-FFF2-40B4-BE49-F238E27FC236}">
                <a16:creationId xmlns:a16="http://schemas.microsoft.com/office/drawing/2014/main" id="{40FA7E6F-7BDE-96CA-B9AA-6D74EF94DFC3}"/>
              </a:ext>
            </a:extLst>
          </p:cNvPr>
          <p:cNvSpPr>
            <a:spLocks noGrp="1"/>
          </p:cNvSpPr>
          <p:nvPr>
            <p:ph type="body" sz="quarter" idx="16"/>
          </p:nvPr>
        </p:nvSpPr>
        <p:spPr>
          <a:xfrm>
            <a:off x="9099229"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7" name="Picture Placeholder 13">
            <a:extLst>
              <a:ext uri="{FF2B5EF4-FFF2-40B4-BE49-F238E27FC236}">
                <a16:creationId xmlns:a16="http://schemas.microsoft.com/office/drawing/2014/main" id="{ED611402-2286-84C4-61AA-A6BA4F8B82AC}"/>
              </a:ext>
            </a:extLst>
          </p:cNvPr>
          <p:cNvSpPr>
            <a:spLocks noGrp="1"/>
          </p:cNvSpPr>
          <p:nvPr>
            <p:ph type="pic" sz="quarter" idx="21"/>
          </p:nvPr>
        </p:nvSpPr>
        <p:spPr>
          <a:xfrm>
            <a:off x="993896" y="1288487"/>
            <a:ext cx="2555678" cy="3691137"/>
          </a:xfrm>
        </p:spPr>
        <p:txBody>
          <a:bodyPr>
            <a:normAutofit/>
          </a:bodyPr>
          <a:lstStyle>
            <a:lvl1pPr>
              <a:defRPr sz="1000"/>
            </a:lvl1pPr>
          </a:lstStyle>
          <a:p>
            <a:endParaRPr lang="en-GB"/>
          </a:p>
        </p:txBody>
      </p:sp>
      <p:sp>
        <p:nvSpPr>
          <p:cNvPr id="21" name="Picture Placeholder 13">
            <a:extLst>
              <a:ext uri="{FF2B5EF4-FFF2-40B4-BE49-F238E27FC236}">
                <a16:creationId xmlns:a16="http://schemas.microsoft.com/office/drawing/2014/main" id="{48261CAA-7C08-0306-CAD7-67DFC398CB9F}"/>
              </a:ext>
            </a:extLst>
          </p:cNvPr>
          <p:cNvSpPr>
            <a:spLocks noGrp="1"/>
          </p:cNvSpPr>
          <p:nvPr>
            <p:ph type="pic" sz="quarter" idx="22"/>
          </p:nvPr>
        </p:nvSpPr>
        <p:spPr>
          <a:xfrm>
            <a:off x="3696701" y="1288487"/>
            <a:ext cx="2555678" cy="3691137"/>
          </a:xfrm>
        </p:spPr>
        <p:txBody>
          <a:bodyPr>
            <a:normAutofit/>
          </a:bodyPr>
          <a:lstStyle>
            <a:lvl1pPr>
              <a:defRPr sz="1000"/>
            </a:lvl1pPr>
          </a:lstStyle>
          <a:p>
            <a:endParaRPr lang="en-GB"/>
          </a:p>
        </p:txBody>
      </p:sp>
      <p:sp>
        <p:nvSpPr>
          <p:cNvPr id="22" name="Picture Placeholder 13">
            <a:extLst>
              <a:ext uri="{FF2B5EF4-FFF2-40B4-BE49-F238E27FC236}">
                <a16:creationId xmlns:a16="http://schemas.microsoft.com/office/drawing/2014/main" id="{086FD225-3ED5-8F6F-C1B3-A1B349DDE180}"/>
              </a:ext>
            </a:extLst>
          </p:cNvPr>
          <p:cNvSpPr>
            <a:spLocks noGrp="1"/>
          </p:cNvSpPr>
          <p:nvPr>
            <p:ph type="pic" sz="quarter" idx="23"/>
          </p:nvPr>
        </p:nvSpPr>
        <p:spPr>
          <a:xfrm>
            <a:off x="6399506" y="1288487"/>
            <a:ext cx="2555678" cy="3691137"/>
          </a:xfrm>
        </p:spPr>
        <p:txBody>
          <a:bodyPr>
            <a:normAutofit/>
          </a:bodyPr>
          <a:lstStyle>
            <a:lvl1pPr>
              <a:defRPr sz="1000"/>
            </a:lvl1pPr>
          </a:lstStyle>
          <a:p>
            <a:endParaRPr lang="en-GB"/>
          </a:p>
        </p:txBody>
      </p:sp>
      <p:sp>
        <p:nvSpPr>
          <p:cNvPr id="23" name="Picture Placeholder 13">
            <a:extLst>
              <a:ext uri="{FF2B5EF4-FFF2-40B4-BE49-F238E27FC236}">
                <a16:creationId xmlns:a16="http://schemas.microsoft.com/office/drawing/2014/main" id="{0B2FC53B-45CA-2392-456B-039DC8D4107D}"/>
              </a:ext>
            </a:extLst>
          </p:cNvPr>
          <p:cNvSpPr>
            <a:spLocks noGrp="1"/>
          </p:cNvSpPr>
          <p:nvPr>
            <p:ph type="pic" sz="quarter" idx="24"/>
          </p:nvPr>
        </p:nvSpPr>
        <p:spPr>
          <a:xfrm>
            <a:off x="9102312" y="1288487"/>
            <a:ext cx="2555678" cy="3691137"/>
          </a:xfrm>
        </p:spPr>
        <p:txBody>
          <a:bodyPr>
            <a:normAutofit/>
          </a:bodyPr>
          <a:lstStyle>
            <a:lvl1pPr>
              <a:defRPr sz="1000"/>
            </a:lvl1pPr>
          </a:lstStyle>
          <a:p>
            <a:endParaRPr lang="en-GB"/>
          </a:p>
        </p:txBody>
      </p:sp>
      <p:pic>
        <p:nvPicPr>
          <p:cNvPr id="4" name="Graphic 3">
            <a:extLst>
              <a:ext uri="{FF2B5EF4-FFF2-40B4-BE49-F238E27FC236}">
                <a16:creationId xmlns:a16="http://schemas.microsoft.com/office/drawing/2014/main" id="{10440387-C8FB-18F4-A9CA-3C92F607A95D}"/>
              </a:ext>
            </a:extLst>
          </p:cNvPr>
          <p:cNvPicPr>
            <a:picLocks noChangeAspect="1"/>
          </p:cNvPicPr>
          <p:nvPr userDrawn="1"/>
        </p:nvPicPr>
        <p:blipFill>
          <a:blip r:embed="rId3">
            <a:extLst>
              <a:ext uri="{96DAC541-7B7A-43D3-8B79-37D633B846F1}">
                <asvg:svgBlip xmlns:asvg="http://schemas.microsoft.com/office/drawing/2016/SVG/main" r:embed="rId4"/>
              </a:ext>
            </a:extLst>
          </a:blip>
          <a:srcRect l="8134" t="14156" r="57486" b="13360"/>
          <a:stretch/>
        </p:blipFill>
        <p:spPr>
          <a:xfrm>
            <a:off x="211950" y="238991"/>
            <a:ext cx="572667" cy="629932"/>
          </a:xfrm>
          <a:prstGeom prst="rect">
            <a:avLst/>
          </a:prstGeom>
        </p:spPr>
      </p:pic>
      <p:sp>
        <p:nvSpPr>
          <p:cNvPr id="16" name="Google Shape;18;p26">
            <a:extLst>
              <a:ext uri="{FF2B5EF4-FFF2-40B4-BE49-F238E27FC236}">
                <a16:creationId xmlns:a16="http://schemas.microsoft.com/office/drawing/2014/main" id="{FAB31B88-AAA4-93D8-1EF0-AF15DC99F64A}"/>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D2455404-430D-61F3-C88F-44098D09A566}"/>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9342483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6_Title Content with Subtitle 2">
    <p:bg>
      <p:bgPr>
        <a:solidFill>
          <a:schemeClr val="tx1"/>
        </a:solidFill>
        <a:effectLst/>
      </p:bgPr>
    </p:bg>
    <p:spTree>
      <p:nvGrpSpPr>
        <p:cNvPr id="1" name=""/>
        <p:cNvGrpSpPr/>
        <p:nvPr/>
      </p:nvGrpSpPr>
      <p:grpSpPr>
        <a:xfrm>
          <a:off x="0" y="0"/>
          <a:ext cx="0" cy="0"/>
          <a:chOff x="0" y="0"/>
          <a:chExt cx="0" cy="0"/>
        </a:xfrm>
      </p:grpSpPr>
      <p:sp>
        <p:nvSpPr>
          <p:cNvPr id="17" name="Text Placeholder 29">
            <a:extLst>
              <a:ext uri="{FF2B5EF4-FFF2-40B4-BE49-F238E27FC236}">
                <a16:creationId xmlns:a16="http://schemas.microsoft.com/office/drawing/2014/main" id="{AC7F0161-71EE-6B22-A6E5-CA59FF01D5AA}"/>
              </a:ext>
            </a:extLst>
          </p:cNvPr>
          <p:cNvSpPr>
            <a:spLocks noGrp="1"/>
          </p:cNvSpPr>
          <p:nvPr>
            <p:ph type="body" sz="quarter" idx="23"/>
          </p:nvPr>
        </p:nvSpPr>
        <p:spPr>
          <a:xfrm>
            <a:off x="3695119"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8" name="Text Placeholder 29">
            <a:extLst>
              <a:ext uri="{FF2B5EF4-FFF2-40B4-BE49-F238E27FC236}">
                <a16:creationId xmlns:a16="http://schemas.microsoft.com/office/drawing/2014/main" id="{0F2ACCF6-C80A-A638-3A59-400CD1915DA1}"/>
              </a:ext>
            </a:extLst>
          </p:cNvPr>
          <p:cNvSpPr>
            <a:spLocks noGrp="1"/>
          </p:cNvSpPr>
          <p:nvPr>
            <p:ph type="body" sz="quarter" idx="24"/>
          </p:nvPr>
        </p:nvSpPr>
        <p:spPr>
          <a:xfrm>
            <a:off x="6394252"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9" name="Text Placeholder 29">
            <a:extLst>
              <a:ext uri="{FF2B5EF4-FFF2-40B4-BE49-F238E27FC236}">
                <a16:creationId xmlns:a16="http://schemas.microsoft.com/office/drawing/2014/main" id="{3F632B57-9DB9-B8D4-D30F-168C7C2AB8AF}"/>
              </a:ext>
            </a:extLst>
          </p:cNvPr>
          <p:cNvSpPr>
            <a:spLocks noGrp="1"/>
          </p:cNvSpPr>
          <p:nvPr>
            <p:ph type="body" sz="quarter" idx="25"/>
          </p:nvPr>
        </p:nvSpPr>
        <p:spPr>
          <a:xfrm>
            <a:off x="9093384"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pic>
        <p:nvPicPr>
          <p:cNvPr id="7" name="Graphic 6">
            <a:extLst>
              <a:ext uri="{FF2B5EF4-FFF2-40B4-BE49-F238E27FC236}">
                <a16:creationId xmlns:a16="http://schemas.microsoft.com/office/drawing/2014/main" id="{C9FB924E-3FC3-7113-EE69-F976405F959F}"/>
              </a:ext>
            </a:extLst>
          </p:cNvPr>
          <p:cNvPicPr>
            <a:picLocks noChangeAspect="1"/>
          </p:cNvPicPr>
          <p:nvPr userDrawn="1"/>
        </p:nvPicPr>
        <p:blipFill>
          <a:blip r:embed="rId3">
            <a:extLst>
              <a:ext uri="{96DAC541-7B7A-43D3-8B79-37D633B846F1}">
                <asvg:svgBlip xmlns:asvg="http://schemas.microsoft.com/office/drawing/2016/SVG/main" r:embed="rId4"/>
              </a:ext>
            </a:extLst>
          </a:blip>
          <a:srcRect l="8134" t="14156" r="57486" b="13360"/>
          <a:stretch/>
        </p:blipFill>
        <p:spPr>
          <a:xfrm>
            <a:off x="211950" y="238991"/>
            <a:ext cx="572667" cy="629932"/>
          </a:xfrm>
          <a:prstGeom prst="rect">
            <a:avLst/>
          </a:prstGeom>
        </p:spPr>
      </p:pic>
      <p:sp>
        <p:nvSpPr>
          <p:cNvPr id="16" name="Text Placeholder 29">
            <a:extLst>
              <a:ext uri="{FF2B5EF4-FFF2-40B4-BE49-F238E27FC236}">
                <a16:creationId xmlns:a16="http://schemas.microsoft.com/office/drawing/2014/main" id="{FEEB06D8-3F5F-F13A-79D5-8DC9DE239F77}"/>
              </a:ext>
            </a:extLst>
          </p:cNvPr>
          <p:cNvSpPr>
            <a:spLocks noGrp="1"/>
          </p:cNvSpPr>
          <p:nvPr>
            <p:ph type="body" sz="quarter" idx="22"/>
          </p:nvPr>
        </p:nvSpPr>
        <p:spPr>
          <a:xfrm>
            <a:off x="993896"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20" name="Google Shape;24;p26">
            <a:extLst>
              <a:ext uri="{FF2B5EF4-FFF2-40B4-BE49-F238E27FC236}">
                <a16:creationId xmlns:a16="http://schemas.microsoft.com/office/drawing/2014/main" id="{374FBE35-26DC-5388-6D08-51E66D619245}"/>
              </a:ext>
            </a:extLst>
          </p:cNvPr>
          <p:cNvSpPr txBox="1">
            <a:spLocks noGrp="1"/>
          </p:cNvSpPr>
          <p:nvPr>
            <p:ph type="body" idx="2" hasCustomPrompt="1"/>
          </p:nvPr>
        </p:nvSpPr>
        <p:spPr>
          <a:xfrm>
            <a:off x="993896" y="950350"/>
            <a:ext cx="9256696" cy="391626"/>
          </a:xfrm>
          <a:prstGeom prst="rect">
            <a:avLst/>
          </a:prstGeom>
          <a:noFill/>
          <a:ln>
            <a:noFill/>
          </a:ln>
        </p:spPr>
        <p:txBody>
          <a:bodyPr spcFirstLastPara="1" wrap="square" lIns="36000" tIns="0" rIns="0" bIns="0" anchor="t" anchorCtr="0">
            <a:noAutofit/>
          </a:bodyPr>
          <a:lstStyle>
            <a:lvl1pPr marL="0" lvl="0" indent="0" algn="l">
              <a:lnSpc>
                <a:spcPts val="2200"/>
              </a:lnSpc>
              <a:spcBef>
                <a:spcPts val="600"/>
              </a:spcBef>
              <a:spcAft>
                <a:spcPts val="0"/>
              </a:spcAft>
              <a:buSzPts val="1400"/>
              <a:buFont typeface="Arial" panose="020B0604020202020204" pitchFamily="34" charset="0"/>
              <a:buNone/>
              <a:defRPr sz="12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Subheads can drop over multiple lines, and are helpful to take the strain off the big headline.</a:t>
            </a:r>
            <a:endParaRPr/>
          </a:p>
        </p:txBody>
      </p:sp>
      <p:sp>
        <p:nvSpPr>
          <p:cNvPr id="21" name="Google Shape;18;p26">
            <a:extLst>
              <a:ext uri="{FF2B5EF4-FFF2-40B4-BE49-F238E27FC236}">
                <a16:creationId xmlns:a16="http://schemas.microsoft.com/office/drawing/2014/main" id="{A0662B01-017D-6D6B-017D-C78B1F7E313A}"/>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DE7AADF0-857D-9550-F2D2-AA568D7B8AB0}"/>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2285290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3.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18" Type="http://schemas.openxmlformats.org/officeDocument/2006/relationships/image" Target="../media/image3.pn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image" Target="../media/image7.svg"/><Relationship Id="rId2" Type="http://schemas.openxmlformats.org/officeDocument/2006/relationships/slideLayout" Target="../slideLayouts/slideLayout26.xml"/><Relationship Id="rId16" Type="http://schemas.openxmlformats.org/officeDocument/2006/relationships/image" Target="../media/image6.png"/><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theme" Target="../theme/theme2.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8A7FA1-4461-3986-3A68-E30C7EE73639}"/>
              </a:ext>
            </a:extLst>
          </p:cNvPr>
          <p:cNvSpPr>
            <a:spLocks noGrp="1"/>
          </p:cNvSpPr>
          <p:nvPr>
            <p:ph type="title"/>
          </p:nvPr>
        </p:nvSpPr>
        <p:spPr>
          <a:xfrm>
            <a:off x="872753" y="167924"/>
            <a:ext cx="9764486" cy="75075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F7672CB9-7850-7518-75D6-6B70A620C632}"/>
              </a:ext>
            </a:extLst>
          </p:cNvPr>
          <p:cNvSpPr>
            <a:spLocks noGrp="1"/>
          </p:cNvSpPr>
          <p:nvPr>
            <p:ph type="body" idx="1"/>
          </p:nvPr>
        </p:nvSpPr>
        <p:spPr>
          <a:xfrm>
            <a:off x="872753" y="1179900"/>
            <a:ext cx="9764486" cy="4799862"/>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p:txBody>
      </p:sp>
      <p:pic>
        <p:nvPicPr>
          <p:cNvPr id="7" name="Graphic 6">
            <a:extLst>
              <a:ext uri="{FF2B5EF4-FFF2-40B4-BE49-F238E27FC236}">
                <a16:creationId xmlns:a16="http://schemas.microsoft.com/office/drawing/2014/main" id="{DFEB7F22-4A70-E54B-3A3E-143E726EEE28}"/>
              </a:ext>
            </a:extLst>
          </p:cNvPr>
          <p:cNvPicPr>
            <a:picLocks noChangeAspect="1"/>
          </p:cNvPicPr>
          <p:nvPr userDrawn="1"/>
        </p:nvPicPr>
        <p:blipFill>
          <a:blip r:embed="rId26">
            <a:extLst>
              <a:ext uri="{96DAC541-7B7A-43D3-8B79-37D633B846F1}">
                <asvg:svgBlip xmlns:asvg="http://schemas.microsoft.com/office/drawing/2016/SVG/main" r:embed="rId27"/>
              </a:ext>
            </a:extLst>
          </a:blip>
          <a:srcRect l="8134" t="14156" r="57486" b="13360"/>
          <a:stretch/>
        </p:blipFill>
        <p:spPr>
          <a:xfrm>
            <a:off x="211951" y="238990"/>
            <a:ext cx="572666" cy="629931"/>
          </a:xfrm>
          <a:prstGeom prst="rect">
            <a:avLst/>
          </a:prstGeom>
        </p:spPr>
      </p:pic>
      <p:sp>
        <p:nvSpPr>
          <p:cNvPr id="5" name="Google Shape;22;p26">
            <a:extLst>
              <a:ext uri="{FF2B5EF4-FFF2-40B4-BE49-F238E27FC236}">
                <a16:creationId xmlns:a16="http://schemas.microsoft.com/office/drawing/2014/main" id="{460F95E3-9554-37AD-D5D9-F95CE4E75829}"/>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sz="800" b="0" i="0" u="none" strike="noStrike" cap="none">
                <a:solidFill>
                  <a:schemeClr val="tx1">
                    <a:alpha val="50000"/>
                  </a:schemeClr>
                </a:solidFill>
                <a:latin typeface="Funnel Sans" pitchFamily="2" charset="0"/>
                <a:cs typeface="Arial"/>
                <a:sym typeface="Arial"/>
              </a:rPr>
              <a:t>© 2025 Copyright Genpact. All Rights Reserved</a:t>
            </a:r>
            <a:r>
              <a:rPr lang="en-GB"/>
              <a:t>.</a:t>
            </a:r>
          </a:p>
        </p:txBody>
      </p:sp>
      <p:sp>
        <p:nvSpPr>
          <p:cNvPr id="6" name="Google Shape;21;p33">
            <a:extLst>
              <a:ext uri="{FF2B5EF4-FFF2-40B4-BE49-F238E27FC236}">
                <a16:creationId xmlns:a16="http://schemas.microsoft.com/office/drawing/2014/main" id="{4701B558-6ED4-D6E6-F644-73CF388F6B66}"/>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18900852"/>
      </p:ext>
    </p:extLst>
  </p:cSld>
  <p:clrMap bg1="lt1" tx1="dk1" bg2="lt2" tx2="dk2" accent1="accent1" accent2="accent2" accent3="accent3" accent4="accent4" accent5="accent5" accent6="accent6" hlink="hlink" folHlink="folHlink"/>
  <p:sldLayoutIdLst>
    <p:sldLayoutId id="2147483814" r:id="rId1"/>
    <p:sldLayoutId id="2147483805" r:id="rId2"/>
    <p:sldLayoutId id="2147483769" r:id="rId3"/>
    <p:sldLayoutId id="2147483770" r:id="rId4"/>
    <p:sldLayoutId id="2147483793" r:id="rId5"/>
    <p:sldLayoutId id="2147483780" r:id="rId6"/>
    <p:sldLayoutId id="2147483798" r:id="rId7"/>
    <p:sldLayoutId id="2147483773" r:id="rId8"/>
    <p:sldLayoutId id="2147483783" r:id="rId9"/>
    <p:sldLayoutId id="2147483789" r:id="rId10"/>
    <p:sldLayoutId id="2147483872" r:id="rId11"/>
    <p:sldLayoutId id="2147483784" r:id="rId12"/>
    <p:sldLayoutId id="2147483790" r:id="rId13"/>
    <p:sldLayoutId id="2147483781" r:id="rId14"/>
    <p:sldLayoutId id="2147483787" r:id="rId15"/>
    <p:sldLayoutId id="2147483782" r:id="rId16"/>
    <p:sldLayoutId id="2147483788" r:id="rId17"/>
    <p:sldLayoutId id="2147483785" r:id="rId18"/>
    <p:sldLayoutId id="2147483791" r:id="rId19"/>
    <p:sldLayoutId id="2147483786" r:id="rId20"/>
    <p:sldLayoutId id="2147483792" r:id="rId21"/>
    <p:sldLayoutId id="2147483777" r:id="rId22"/>
    <p:sldLayoutId id="2147483819" r:id="rId23"/>
    <p:sldLayoutId id="2147483873" r:id="rId24"/>
  </p:sldLayoutIdLst>
  <p:hf hdr="0" dt="0"/>
  <p:txStyles>
    <p:titleStyle>
      <a:lvl1pPr algn="l" defTabSz="914400" rtl="0" eaLnBrk="1" latinLnBrk="0" hangingPunct="1">
        <a:lnSpc>
          <a:spcPct val="90000"/>
        </a:lnSpc>
        <a:spcBef>
          <a:spcPct val="0"/>
        </a:spcBef>
        <a:buNone/>
        <a:defRPr sz="4400" b="1" kern="1200">
          <a:solidFill>
            <a:schemeClr val="tx1"/>
          </a:solidFill>
          <a:latin typeface="Funnel Sans" pitchFamily="2"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Funnel Sans" pitchFamily="2" charset="0"/>
          <a:ea typeface="+mn-ea"/>
          <a:cs typeface="+mn-cs"/>
        </a:defRPr>
      </a:lvl1pPr>
      <a:lvl2pPr marL="685800" indent="-228600" algn="l" defTabSz="914400" rtl="0" eaLnBrk="1" latinLnBrk="0" hangingPunct="1">
        <a:lnSpc>
          <a:spcPct val="90000"/>
        </a:lnSpc>
        <a:spcBef>
          <a:spcPts val="500"/>
        </a:spcBef>
        <a:buFontTx/>
        <a:buBlip>
          <a:blip r:embed="rId28"/>
        </a:buBlip>
        <a:defRPr sz="2400" kern="1200">
          <a:solidFill>
            <a:schemeClr val="tx1"/>
          </a:solidFill>
          <a:latin typeface="Funnel Sans" pitchFamily="2" charset="0"/>
          <a:ea typeface="+mn-ea"/>
          <a:cs typeface="+mn-cs"/>
        </a:defRPr>
      </a:lvl2pPr>
      <a:lvl3pPr marL="1143000" indent="-228600" algn="l" defTabSz="914400" rtl="0" eaLnBrk="1" latinLnBrk="0" hangingPunct="1">
        <a:lnSpc>
          <a:spcPct val="90000"/>
        </a:lnSpc>
        <a:spcBef>
          <a:spcPts val="500"/>
        </a:spcBef>
        <a:buFontTx/>
        <a:buBlip>
          <a:blip r:embed="rId28"/>
        </a:buBlip>
        <a:defRPr sz="2000" kern="1200">
          <a:solidFill>
            <a:schemeClr val="tx1"/>
          </a:solidFill>
          <a:latin typeface="Funnel Sans" pitchFamily="2" charset="0"/>
          <a:ea typeface="+mn-ea"/>
          <a:cs typeface="+mn-cs"/>
        </a:defRPr>
      </a:lvl3pPr>
      <a:lvl4pPr marL="1600200" indent="-228600" algn="l" defTabSz="914400" rtl="0" eaLnBrk="1" latinLnBrk="0" hangingPunct="1">
        <a:lnSpc>
          <a:spcPct val="90000"/>
        </a:lnSpc>
        <a:spcBef>
          <a:spcPts val="500"/>
        </a:spcBef>
        <a:buFontTx/>
        <a:buBlip>
          <a:blip r:embed="rId28"/>
        </a:buBlip>
        <a:defRPr sz="1800" kern="1200">
          <a:solidFill>
            <a:schemeClr val="tx1"/>
          </a:solidFill>
          <a:latin typeface="Funnel Sans" pitchFamily="2" charset="0"/>
          <a:ea typeface="+mn-ea"/>
          <a:cs typeface="+mn-cs"/>
        </a:defRPr>
      </a:lvl4pPr>
      <a:lvl5pPr marL="2057400" indent="-228600" algn="l" defTabSz="914400" rtl="0" eaLnBrk="1" latinLnBrk="0" hangingPunct="1">
        <a:lnSpc>
          <a:spcPct val="90000"/>
        </a:lnSpc>
        <a:spcBef>
          <a:spcPts val="500"/>
        </a:spcBef>
        <a:buFontTx/>
        <a:buBlip>
          <a:blip r:embed="rId28"/>
        </a:buBlip>
        <a:defRPr sz="1800" kern="1200">
          <a:solidFill>
            <a:schemeClr val="tx1"/>
          </a:solidFill>
          <a:latin typeface="Funnel Sans"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8A7FA1-4461-3986-3A68-E30C7EE73639}"/>
              </a:ext>
            </a:extLst>
          </p:cNvPr>
          <p:cNvSpPr>
            <a:spLocks noGrp="1"/>
          </p:cNvSpPr>
          <p:nvPr>
            <p:ph type="title"/>
          </p:nvPr>
        </p:nvSpPr>
        <p:spPr>
          <a:xfrm>
            <a:off x="872753" y="167924"/>
            <a:ext cx="9764486" cy="75075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F7672CB9-7850-7518-75D6-6B70A620C632}"/>
              </a:ext>
            </a:extLst>
          </p:cNvPr>
          <p:cNvSpPr>
            <a:spLocks noGrp="1"/>
          </p:cNvSpPr>
          <p:nvPr>
            <p:ph type="body" idx="1"/>
          </p:nvPr>
        </p:nvSpPr>
        <p:spPr>
          <a:xfrm>
            <a:off x="872753" y="1179900"/>
            <a:ext cx="9764486" cy="4799862"/>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Google Shape;21;p33">
            <a:extLst>
              <a:ext uri="{FF2B5EF4-FFF2-40B4-BE49-F238E27FC236}">
                <a16:creationId xmlns:a16="http://schemas.microsoft.com/office/drawing/2014/main" id="{4701B558-6ED4-D6E6-F644-73CF388F6B66}"/>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a:solidFill>
                <a:srgbClr val="BABABA"/>
              </a:solidFill>
            </a:endParaRPr>
          </a:p>
        </p:txBody>
      </p:sp>
      <p:pic>
        <p:nvPicPr>
          <p:cNvPr id="4" name="Graphic 3">
            <a:extLst>
              <a:ext uri="{FF2B5EF4-FFF2-40B4-BE49-F238E27FC236}">
                <a16:creationId xmlns:a16="http://schemas.microsoft.com/office/drawing/2014/main" id="{0A1A8C10-643A-1914-FCD3-BE3D60B7F665}"/>
              </a:ext>
            </a:extLst>
          </p:cNvPr>
          <p:cNvPicPr>
            <a:picLocks noChangeAspect="1"/>
          </p:cNvPicPr>
          <p:nvPr userDrawn="1"/>
        </p:nvPicPr>
        <p:blipFill>
          <a:blip r:embed="rId16">
            <a:extLst>
              <a:ext uri="{96DAC541-7B7A-43D3-8B79-37D633B846F1}">
                <asvg:svgBlip xmlns:asvg="http://schemas.microsoft.com/office/drawing/2016/SVG/main" r:embed="rId17"/>
              </a:ext>
            </a:extLst>
          </a:blip>
          <a:srcRect l="8134" t="14156" r="57486" b="13360"/>
          <a:stretch/>
        </p:blipFill>
        <p:spPr>
          <a:xfrm>
            <a:off x="211950" y="238991"/>
            <a:ext cx="572667" cy="629932"/>
          </a:xfrm>
          <a:prstGeom prst="rect">
            <a:avLst/>
          </a:prstGeom>
        </p:spPr>
      </p:pic>
      <p:sp>
        <p:nvSpPr>
          <p:cNvPr id="8" name="Google Shape;22;p26">
            <a:extLst>
              <a:ext uri="{FF2B5EF4-FFF2-40B4-BE49-F238E27FC236}">
                <a16:creationId xmlns:a16="http://schemas.microsoft.com/office/drawing/2014/main" id="{967D9A61-5F6C-328D-DB67-296B2D246208}"/>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3904372625"/>
      </p:ext>
    </p:extLst>
  </p:cSld>
  <p:clrMap bg1="lt1" tx1="dk1" bg2="lt2" tx2="dk2" accent1="accent1" accent2="accent2" accent3="accent3" accent4="accent4" accent5="accent5" accent6="accent6" hlink="hlink" folHlink="folHlink"/>
  <p:sldLayoutIdLst>
    <p:sldLayoutId id="2147483825" r:id="rId1"/>
    <p:sldLayoutId id="2147483826" r:id="rId2"/>
    <p:sldLayoutId id="2147483828" r:id="rId3"/>
    <p:sldLayoutId id="2147483829" r:id="rId4"/>
    <p:sldLayoutId id="2147483838" r:id="rId5"/>
    <p:sldLayoutId id="2147483853" r:id="rId6"/>
    <p:sldLayoutId id="2147483854" r:id="rId7"/>
    <p:sldLayoutId id="2147483871" r:id="rId8"/>
    <p:sldLayoutId id="2147483856" r:id="rId9"/>
    <p:sldLayoutId id="2147483858" r:id="rId10"/>
    <p:sldLayoutId id="2147483860" r:id="rId11"/>
    <p:sldLayoutId id="2147483870" r:id="rId12"/>
    <p:sldLayoutId id="2147483862" r:id="rId13"/>
    <p:sldLayoutId id="2147483864" r:id="rId14"/>
  </p:sldLayoutIdLst>
  <p:hf hdr="0" dt="0"/>
  <p:txStyles>
    <p:titleStyle>
      <a:lvl1pPr algn="l" defTabSz="914400" rtl="0" eaLnBrk="1" latinLnBrk="0" hangingPunct="1">
        <a:lnSpc>
          <a:spcPct val="90000"/>
        </a:lnSpc>
        <a:spcBef>
          <a:spcPct val="0"/>
        </a:spcBef>
        <a:buNone/>
        <a:defRPr sz="4400" b="1" kern="1200">
          <a:solidFill>
            <a:schemeClr val="bg1"/>
          </a:solidFill>
          <a:latin typeface="Funnel Sans" pitchFamily="2"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bg1"/>
          </a:solidFill>
          <a:latin typeface="Funnel Sans" pitchFamily="2" charset="0"/>
          <a:ea typeface="+mn-ea"/>
          <a:cs typeface="+mn-cs"/>
        </a:defRPr>
      </a:lvl1pPr>
      <a:lvl2pPr marL="685800" indent="-228600" algn="l" defTabSz="914400" rtl="0" eaLnBrk="1" latinLnBrk="0" hangingPunct="1">
        <a:lnSpc>
          <a:spcPct val="90000"/>
        </a:lnSpc>
        <a:spcBef>
          <a:spcPts val="500"/>
        </a:spcBef>
        <a:buFontTx/>
        <a:buBlip>
          <a:blip r:embed="rId18"/>
        </a:buBlip>
        <a:defRPr sz="2400" kern="1200">
          <a:solidFill>
            <a:schemeClr val="bg1"/>
          </a:solidFill>
          <a:latin typeface="Funnel Sans" pitchFamily="2" charset="0"/>
          <a:ea typeface="+mn-ea"/>
          <a:cs typeface="+mn-cs"/>
        </a:defRPr>
      </a:lvl2pPr>
      <a:lvl3pPr marL="1143000" indent="-228600" algn="l" defTabSz="914400" rtl="0" eaLnBrk="1" latinLnBrk="0" hangingPunct="1">
        <a:lnSpc>
          <a:spcPct val="90000"/>
        </a:lnSpc>
        <a:spcBef>
          <a:spcPts val="500"/>
        </a:spcBef>
        <a:buFontTx/>
        <a:buBlip>
          <a:blip r:embed="rId18"/>
        </a:buBlip>
        <a:defRPr sz="2000" kern="1200">
          <a:solidFill>
            <a:schemeClr val="bg1"/>
          </a:solidFill>
          <a:latin typeface="Funnel Sans" pitchFamily="2" charset="0"/>
          <a:ea typeface="+mn-ea"/>
          <a:cs typeface="+mn-cs"/>
        </a:defRPr>
      </a:lvl3pPr>
      <a:lvl4pPr marL="1600200" indent="-228600" algn="l" defTabSz="914400" rtl="0" eaLnBrk="1" latinLnBrk="0" hangingPunct="1">
        <a:lnSpc>
          <a:spcPct val="90000"/>
        </a:lnSpc>
        <a:spcBef>
          <a:spcPts val="500"/>
        </a:spcBef>
        <a:buFontTx/>
        <a:buBlip>
          <a:blip r:embed="rId18"/>
        </a:buBlip>
        <a:defRPr sz="1800" kern="1200">
          <a:solidFill>
            <a:schemeClr val="bg1"/>
          </a:solidFill>
          <a:latin typeface="Funnel Sans" pitchFamily="2" charset="0"/>
          <a:ea typeface="+mn-ea"/>
          <a:cs typeface="+mn-cs"/>
        </a:defRPr>
      </a:lvl4pPr>
      <a:lvl5pPr marL="2057400" indent="-228600" algn="l" defTabSz="914400" rtl="0" eaLnBrk="1" latinLnBrk="0" hangingPunct="1">
        <a:lnSpc>
          <a:spcPct val="90000"/>
        </a:lnSpc>
        <a:spcBef>
          <a:spcPts val="500"/>
        </a:spcBef>
        <a:buFontTx/>
        <a:buBlip>
          <a:blip r:embed="rId18"/>
        </a:buBlip>
        <a:defRPr sz="1800" kern="1200">
          <a:solidFill>
            <a:schemeClr val="tx1"/>
          </a:solidFill>
          <a:latin typeface="Funnel Sans"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3.xml"/><Relationship Id="rId4" Type="http://schemas.openxmlformats.org/officeDocument/2006/relationships/image" Target="../media/image19.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82F89-35E4-263E-693D-6D8F90FC05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89B8CA-2FB5-921F-6DF5-48D5BC44FDCD}"/>
              </a:ext>
            </a:extLst>
          </p:cNvPr>
          <p:cNvSpPr>
            <a:spLocks noGrp="1"/>
          </p:cNvSpPr>
          <p:nvPr>
            <p:ph type="title"/>
          </p:nvPr>
        </p:nvSpPr>
        <p:spPr>
          <a:xfrm>
            <a:off x="872008" y="2387960"/>
            <a:ext cx="4838073" cy="2084775"/>
          </a:xfrm>
        </p:spPr>
        <p:txBody>
          <a:bodyPr spcFirstLastPara="1" vert="horz" wrap="square" lIns="0" tIns="0" rIns="0" bIns="0" rtlCol="0" anchor="t" anchorCtr="0">
            <a:noAutofit/>
          </a:bodyPr>
          <a:lstStyle/>
          <a:p>
            <a:r>
              <a:rPr lang="en-GB" sz="2400" b="0" dirty="0">
                <a:latin typeface="Funnel Sans"/>
                <a:cs typeface="Times New Roman"/>
              </a:rPr>
              <a:t>Salient Object Detection (SOD)</a:t>
            </a:r>
            <a:br>
              <a:rPr lang="en-GB" sz="2400" b="0" dirty="0">
                <a:latin typeface="Funnel Sans"/>
                <a:cs typeface="Times New Roman"/>
              </a:rPr>
            </a:br>
            <a:br>
              <a:rPr lang="en-GB" sz="2400" b="0" dirty="0">
                <a:latin typeface="Funnel Sans"/>
                <a:cs typeface="Times New Roman"/>
              </a:rPr>
            </a:br>
            <a:r>
              <a:rPr lang="en-GB" sz="2400" b="0" dirty="0">
                <a:latin typeface="Funnel Sans"/>
                <a:cs typeface="Times New Roman"/>
              </a:rPr>
              <a:t>End-to-End Deep Learning Project</a:t>
            </a:r>
            <a:br>
              <a:rPr lang="en-GB" sz="2400" b="0" dirty="0">
                <a:latin typeface="Funnel Sans"/>
                <a:cs typeface="Times New Roman"/>
              </a:rPr>
            </a:br>
            <a:br>
              <a:rPr lang="en-GB" sz="2400" b="0" dirty="0">
                <a:latin typeface="Funnel Sans"/>
                <a:cs typeface="Times New Roman"/>
              </a:rPr>
            </a:br>
            <a:r>
              <a:rPr lang="en-GB" sz="2400" b="0" dirty="0" err="1">
                <a:latin typeface="Funnel Sans"/>
                <a:cs typeface="Times New Roman"/>
              </a:rPr>
              <a:t>Xponian</a:t>
            </a:r>
            <a:r>
              <a:rPr lang="en-GB" sz="2400" b="0" dirty="0">
                <a:latin typeface="Funnel Sans"/>
                <a:cs typeface="Times New Roman"/>
              </a:rPr>
              <a:t> Program – Cohort IV</a:t>
            </a:r>
            <a:endParaRPr lang="en-US" dirty="0"/>
          </a:p>
        </p:txBody>
      </p:sp>
      <p:sp>
        <p:nvSpPr>
          <p:cNvPr id="3" name="Text Placeholder 2">
            <a:extLst>
              <a:ext uri="{FF2B5EF4-FFF2-40B4-BE49-F238E27FC236}">
                <a16:creationId xmlns:a16="http://schemas.microsoft.com/office/drawing/2014/main" id="{D25B4D42-B44E-4DC8-572D-7BC0E291904A}"/>
              </a:ext>
            </a:extLst>
          </p:cNvPr>
          <p:cNvSpPr>
            <a:spLocks noGrp="1"/>
          </p:cNvSpPr>
          <p:nvPr>
            <p:ph type="body" idx="2"/>
          </p:nvPr>
        </p:nvSpPr>
        <p:spPr>
          <a:xfrm>
            <a:off x="868638" y="4701617"/>
            <a:ext cx="4285264" cy="1062037"/>
          </a:xfrm>
        </p:spPr>
        <p:txBody>
          <a:bodyPr/>
          <a:lstStyle/>
          <a:p>
            <a:r>
              <a:rPr lang="en-GB" dirty="0">
                <a:latin typeface="Funnel Sans"/>
                <a:cs typeface="Times New Roman"/>
              </a:rPr>
              <a:t>Mentor: Dafina Berisha</a:t>
            </a:r>
          </a:p>
          <a:p>
            <a:r>
              <a:rPr lang="en-GB" dirty="0">
                <a:latin typeface="Funnel Sans"/>
                <a:cs typeface="Times New Roman"/>
              </a:rPr>
              <a:t>Author</a:t>
            </a:r>
            <a:r>
              <a:rPr lang="en-GB" b="1" dirty="0">
                <a:latin typeface="Funnel Sans"/>
                <a:cs typeface="Times New Roman"/>
              </a:rPr>
              <a:t>:</a:t>
            </a:r>
            <a:r>
              <a:rPr lang="en-GB" dirty="0">
                <a:latin typeface="Funnel Sans"/>
                <a:cs typeface="Times New Roman"/>
              </a:rPr>
              <a:t> Ermal </a:t>
            </a:r>
            <a:r>
              <a:rPr lang="en-GB" err="1">
                <a:latin typeface="Funnel Sans"/>
                <a:cs typeface="Times New Roman"/>
              </a:rPr>
              <a:t>Salihaj</a:t>
            </a:r>
            <a:endParaRPr lang="en-GB" err="1">
              <a:cs typeface="Times New Roman"/>
            </a:endParaRPr>
          </a:p>
          <a:p>
            <a:endParaRPr lang="en-GB"/>
          </a:p>
        </p:txBody>
      </p:sp>
      <p:grpSp>
        <p:nvGrpSpPr>
          <p:cNvPr id="10" name="Group 9">
            <a:extLst>
              <a:ext uri="{FF2B5EF4-FFF2-40B4-BE49-F238E27FC236}">
                <a16:creationId xmlns:a16="http://schemas.microsoft.com/office/drawing/2014/main" id="{EA04054B-679E-BA39-959F-36D889206B25}"/>
              </a:ext>
            </a:extLst>
          </p:cNvPr>
          <p:cNvGrpSpPr/>
          <p:nvPr/>
        </p:nvGrpSpPr>
        <p:grpSpPr>
          <a:xfrm>
            <a:off x="883209" y="5754136"/>
            <a:ext cx="710126" cy="196850"/>
            <a:chOff x="1601959" y="2654797"/>
            <a:chExt cx="710126" cy="196850"/>
          </a:xfrm>
        </p:grpSpPr>
        <p:pic>
          <p:nvPicPr>
            <p:cNvPr id="11" name="Graphic 10">
              <a:extLst>
                <a:ext uri="{FF2B5EF4-FFF2-40B4-BE49-F238E27FC236}">
                  <a16:creationId xmlns:a16="http://schemas.microsoft.com/office/drawing/2014/main" id="{35327F8B-9E9E-96D0-0370-C7F85D73010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1589656" y="2667100"/>
              <a:ext cx="196850" cy="172244"/>
            </a:xfrm>
            <a:prstGeom prst="rect">
              <a:avLst/>
            </a:prstGeom>
          </p:spPr>
        </p:pic>
        <p:pic>
          <p:nvPicPr>
            <p:cNvPr id="12" name="Graphic 11">
              <a:extLst>
                <a:ext uri="{FF2B5EF4-FFF2-40B4-BE49-F238E27FC236}">
                  <a16:creationId xmlns:a16="http://schemas.microsoft.com/office/drawing/2014/main" id="{A7A80CCA-406F-3711-01F4-AD7F74D97E8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1768950" y="2667100"/>
              <a:ext cx="196850" cy="172244"/>
            </a:xfrm>
            <a:prstGeom prst="rect">
              <a:avLst/>
            </a:prstGeom>
          </p:spPr>
        </p:pic>
        <p:pic>
          <p:nvPicPr>
            <p:cNvPr id="13" name="Graphic 12">
              <a:extLst>
                <a:ext uri="{FF2B5EF4-FFF2-40B4-BE49-F238E27FC236}">
                  <a16:creationId xmlns:a16="http://schemas.microsoft.com/office/drawing/2014/main" id="{A554269C-7C88-6BDF-9FB7-BDF18AFE12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1948244" y="2667100"/>
              <a:ext cx="196850" cy="172244"/>
            </a:xfrm>
            <a:prstGeom prst="rect">
              <a:avLst/>
            </a:prstGeom>
          </p:spPr>
        </p:pic>
        <p:pic>
          <p:nvPicPr>
            <p:cNvPr id="14" name="Graphic 13">
              <a:extLst>
                <a:ext uri="{FF2B5EF4-FFF2-40B4-BE49-F238E27FC236}">
                  <a16:creationId xmlns:a16="http://schemas.microsoft.com/office/drawing/2014/main" id="{C0A36176-6383-BA5E-08CC-43DCD1D6E8F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2127538" y="2667100"/>
              <a:ext cx="196850" cy="172244"/>
            </a:xfrm>
            <a:prstGeom prst="rect">
              <a:avLst/>
            </a:prstGeom>
          </p:spPr>
        </p:pic>
      </p:grpSp>
      <p:pic>
        <p:nvPicPr>
          <p:cNvPr id="9" name="Picture Placeholder 8">
            <a:extLst>
              <a:ext uri="{FF2B5EF4-FFF2-40B4-BE49-F238E27FC236}">
                <a16:creationId xmlns:a16="http://schemas.microsoft.com/office/drawing/2014/main" id="{E77B7A0D-B09E-8D05-E1DA-2A87CE3C57A1}"/>
              </a:ext>
            </a:extLst>
          </p:cNvPr>
          <p:cNvPicPr>
            <a:picLocks noGrp="1" noChangeAspect="1"/>
          </p:cNvPicPr>
          <p:nvPr>
            <p:ph type="pic" sz="quarter" idx="10"/>
          </p:nvPr>
        </p:nvPicPr>
        <p:blipFill>
          <a:blip r:embed="rId4" cstate="screen">
            <a:extLst>
              <a:ext uri="{28A0092B-C50C-407E-A947-70E740481C1C}">
                <a14:useLocalDpi xmlns:a14="http://schemas.microsoft.com/office/drawing/2010/main"/>
              </a:ext>
            </a:extLst>
          </a:blip>
          <a:srcRect/>
          <a:stretch>
            <a:fillRect/>
          </a:stretch>
        </p:blipFill>
        <p:spPr>
          <a:xfrm>
            <a:off x="6333764" y="0"/>
            <a:ext cx="5858236" cy="6858000"/>
          </a:xfrm>
        </p:spPr>
      </p:pic>
      <p:sp>
        <p:nvSpPr>
          <p:cNvPr id="4" name="Google Shape;22;p26">
            <a:extLst>
              <a:ext uri="{FF2B5EF4-FFF2-40B4-BE49-F238E27FC236}">
                <a16:creationId xmlns:a16="http://schemas.microsoft.com/office/drawing/2014/main" id="{3BAFF4A0-B264-2D6C-628F-C83431317F1B}"/>
              </a:ext>
            </a:extLst>
          </p:cNvPr>
          <p:cNvSpPr txBox="1">
            <a:spLocks/>
          </p:cNvSpPr>
          <p:nvPr/>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8642253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4C7E3-C7BC-5390-8B0C-B9DAF6429AA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0A28BEF-D1FC-51FF-9179-8566320AA938}"/>
              </a:ext>
            </a:extLst>
          </p:cNvPr>
          <p:cNvSpPr>
            <a:spLocks noGrp="1"/>
          </p:cNvSpPr>
          <p:nvPr>
            <p:ph type="body" idx="2"/>
          </p:nvPr>
        </p:nvSpPr>
        <p:spPr>
          <a:xfrm>
            <a:off x="211566" y="1907650"/>
            <a:ext cx="5887499" cy="779673"/>
          </a:xfrm>
        </p:spPr>
        <p:txBody>
          <a:bodyPr/>
          <a:lstStyle/>
          <a:p>
            <a:pPr marL="342900" indent="-342900">
              <a:lnSpc>
                <a:spcPct val="200000"/>
              </a:lnSpc>
              <a:buBlip>
                <a:blip r:embed="rId2">
                  <a:extLst>
                    <a:ext uri="{96DAC541-7B7A-43D3-8B79-37D633B846F1}">
                      <asvg:svgBlip xmlns:asvg="http://schemas.microsoft.com/office/drawing/2016/SVG/main" r:embed="rId3"/>
                    </a:ext>
                  </a:extLst>
                </a:blip>
              </a:buBlip>
            </a:pPr>
            <a:r>
              <a:rPr lang="en-US" dirty="0">
                <a:latin typeface="Funnel Sans"/>
                <a:cs typeface="Times New Roman"/>
              </a:rPr>
              <a:t>Dataset download, preprocessing, and augmentation</a:t>
            </a:r>
          </a:p>
          <a:p>
            <a:pPr marL="342900" indent="-342900">
              <a:lnSpc>
                <a:spcPct val="200000"/>
              </a:lnSpc>
              <a:buBlip>
                <a:blip r:embed="rId2">
                  <a:extLst>
                    <a:ext uri="{96DAC541-7B7A-43D3-8B79-37D633B846F1}">
                      <asvg:svgBlip xmlns:asvg="http://schemas.microsoft.com/office/drawing/2016/SVG/main" r:embed="rId3"/>
                    </a:ext>
                  </a:extLst>
                </a:blip>
              </a:buBlip>
            </a:pPr>
            <a:r>
              <a:rPr lang="en-US" dirty="0">
                <a:latin typeface="Funnel Sans"/>
                <a:cs typeface="Times New Roman"/>
              </a:rPr>
              <a:t>Custom CNN encoder–decoder model</a:t>
            </a:r>
          </a:p>
          <a:p>
            <a:pPr marL="342900" indent="-342900">
              <a:lnSpc>
                <a:spcPct val="200000"/>
              </a:lnSpc>
              <a:buBlip>
                <a:blip r:embed="rId2">
                  <a:extLst>
                    <a:ext uri="{96DAC541-7B7A-43D3-8B79-37D633B846F1}">
                      <asvg:svgBlip xmlns:asvg="http://schemas.microsoft.com/office/drawing/2016/SVG/main" r:embed="rId3"/>
                    </a:ext>
                  </a:extLst>
                </a:blip>
              </a:buBlip>
            </a:pPr>
            <a:r>
              <a:rPr lang="en-US" dirty="0">
                <a:latin typeface="Funnel Sans"/>
                <a:cs typeface="Times New Roman"/>
              </a:rPr>
              <a:t>BCE + </a:t>
            </a:r>
            <a:r>
              <a:rPr lang="en-US" dirty="0" err="1">
                <a:latin typeface="Funnel Sans"/>
                <a:cs typeface="Times New Roman"/>
              </a:rPr>
              <a:t>IoU</a:t>
            </a:r>
            <a:r>
              <a:rPr lang="en-US" dirty="0">
                <a:latin typeface="Funnel Sans"/>
                <a:cs typeface="Times New Roman"/>
              </a:rPr>
              <a:t> combined loss</a:t>
            </a:r>
          </a:p>
          <a:p>
            <a:pPr marL="342900" indent="-342900">
              <a:lnSpc>
                <a:spcPct val="200000"/>
              </a:lnSpc>
              <a:buBlip>
                <a:blip r:embed="rId2">
                  <a:extLst>
                    <a:ext uri="{96DAC541-7B7A-43D3-8B79-37D633B846F1}">
                      <asvg:svgBlip xmlns:asvg="http://schemas.microsoft.com/office/drawing/2016/SVG/main" r:embed="rId3"/>
                    </a:ext>
                  </a:extLst>
                </a:blip>
              </a:buBlip>
            </a:pPr>
            <a:r>
              <a:rPr lang="en-GB" dirty="0">
                <a:latin typeface="Funnel Sans"/>
                <a:cs typeface="Times New Roman"/>
              </a:rPr>
              <a:t>GPU-accelerated training</a:t>
            </a:r>
          </a:p>
          <a:p>
            <a:pPr marL="342900" indent="-342900">
              <a:lnSpc>
                <a:spcPct val="200000"/>
              </a:lnSpc>
              <a:buBlip>
                <a:blip r:embed="rId2">
                  <a:extLst>
                    <a:ext uri="{96DAC541-7B7A-43D3-8B79-37D633B846F1}">
                      <asvg:svgBlip xmlns:asvg="http://schemas.microsoft.com/office/drawing/2016/SVG/main" r:embed="rId3"/>
                    </a:ext>
                  </a:extLst>
                </a:blip>
              </a:buBlip>
            </a:pPr>
            <a:r>
              <a:rPr lang="en-GB" dirty="0">
                <a:latin typeface="Funnel Sans"/>
                <a:cs typeface="Times New Roman"/>
              </a:rPr>
              <a:t>Evaluation metrics (</a:t>
            </a:r>
            <a:r>
              <a:rPr lang="en-GB" dirty="0" err="1">
                <a:latin typeface="Funnel Sans"/>
                <a:cs typeface="Times New Roman"/>
              </a:rPr>
              <a:t>IoU</a:t>
            </a:r>
            <a:r>
              <a:rPr lang="en-GB" dirty="0">
                <a:latin typeface="Funnel Sans"/>
                <a:cs typeface="Times New Roman"/>
              </a:rPr>
              <a:t>, Precision, Recall, F1, MAE)</a:t>
            </a:r>
            <a:endParaRPr lang="en-GB" dirty="0">
              <a:latin typeface="Funnel Sans"/>
              <a:cs typeface="Times New Roman" panose="02020603050405020304" pitchFamily="18" charset="0"/>
            </a:endParaRPr>
          </a:p>
          <a:p>
            <a:pPr marL="342900" indent="-342900">
              <a:lnSpc>
                <a:spcPct val="200000"/>
              </a:lnSpc>
              <a:buBlip>
                <a:blip r:embed="rId2">
                  <a:extLst>
                    <a:ext uri="{96DAC541-7B7A-43D3-8B79-37D633B846F1}">
                      <asvg:svgBlip xmlns:asvg="http://schemas.microsoft.com/office/drawing/2016/SVG/main" r:embed="rId3"/>
                    </a:ext>
                  </a:extLst>
                </a:blip>
              </a:buBlip>
            </a:pPr>
            <a:r>
              <a:rPr lang="en-GB" dirty="0">
                <a:latin typeface="Funnel Sans"/>
                <a:cs typeface="Times New Roman"/>
              </a:rPr>
              <a:t>Visualizations and demo notebook</a:t>
            </a:r>
            <a:endParaRPr lang="en-GB" dirty="0">
              <a:latin typeface="Funnel Sans"/>
              <a:cs typeface="Times New Roman" panose="02020603050405020304" pitchFamily="18" charset="0"/>
            </a:endParaRPr>
          </a:p>
        </p:txBody>
      </p:sp>
      <p:sp>
        <p:nvSpPr>
          <p:cNvPr id="17" name="Title 16">
            <a:extLst>
              <a:ext uri="{FF2B5EF4-FFF2-40B4-BE49-F238E27FC236}">
                <a16:creationId xmlns:a16="http://schemas.microsoft.com/office/drawing/2014/main" id="{C226C17C-2F71-336C-5CC4-E1E1A8617AD0}"/>
              </a:ext>
            </a:extLst>
          </p:cNvPr>
          <p:cNvSpPr>
            <a:spLocks noGrp="1"/>
          </p:cNvSpPr>
          <p:nvPr>
            <p:ph type="title"/>
          </p:nvPr>
        </p:nvSpPr>
        <p:spPr>
          <a:xfrm>
            <a:off x="1040801" y="311761"/>
            <a:ext cx="4027326" cy="538901"/>
          </a:xfrm>
        </p:spPr>
        <p:txBody>
          <a:bodyPr/>
          <a:lstStyle/>
          <a:p>
            <a:r>
              <a:rPr lang="en-GB" b="0" dirty="0">
                <a:latin typeface="Funnel Sans"/>
                <a:cs typeface="Times New Roman" panose="02020603050405020304" pitchFamily="18" charset="0"/>
              </a:rPr>
              <a:t>Project Overview</a:t>
            </a:r>
            <a:endParaRPr lang="en-US" dirty="0"/>
          </a:p>
        </p:txBody>
      </p:sp>
      <p:pic>
        <p:nvPicPr>
          <p:cNvPr id="5" name="Picture Placeholder 4" descr="A close up of lights&#10;&#10;Description automatically generated">
            <a:extLst>
              <a:ext uri="{FF2B5EF4-FFF2-40B4-BE49-F238E27FC236}">
                <a16:creationId xmlns:a16="http://schemas.microsoft.com/office/drawing/2014/main" id="{FEDAF118-E016-4955-5BDA-6C1D9318BC2E}"/>
              </a:ext>
            </a:extLst>
          </p:cNvPr>
          <p:cNvPicPr>
            <a:picLocks noGrp="1" noChangeAspect="1"/>
          </p:cNvPicPr>
          <p:nvPr>
            <p:ph type="pic" sz="quarter" idx="10"/>
          </p:nvPr>
        </p:nvPicPr>
        <p:blipFill>
          <a:blip r:embed="rId4" cstate="screen">
            <a:extLst>
              <a:ext uri="{28A0092B-C50C-407E-A947-70E740481C1C}">
                <a14:useLocalDpi xmlns:a14="http://schemas.microsoft.com/office/drawing/2010/main"/>
              </a:ext>
            </a:extLst>
          </a:blip>
          <a:srcRect/>
          <a:stretch>
            <a:fillRect/>
          </a:stretch>
        </p:blipFill>
        <p:spPr>
          <a:xfrm>
            <a:off x="6084795" y="0"/>
            <a:ext cx="6107205" cy="6858000"/>
          </a:xfrm>
        </p:spPr>
      </p:pic>
      <p:sp>
        <p:nvSpPr>
          <p:cNvPr id="3" name="Google Shape;22;p26">
            <a:extLst>
              <a:ext uri="{FF2B5EF4-FFF2-40B4-BE49-F238E27FC236}">
                <a16:creationId xmlns:a16="http://schemas.microsoft.com/office/drawing/2014/main" id="{C5CB86FA-5F4A-A5BB-E7E4-33DDF26705F8}"/>
              </a:ext>
            </a:extLst>
          </p:cNvPr>
          <p:cNvSpPr txBox="1">
            <a:spLocks/>
          </p:cNvSpPr>
          <p:nvPr/>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8" name="TextBox 7">
            <a:extLst>
              <a:ext uri="{FF2B5EF4-FFF2-40B4-BE49-F238E27FC236}">
                <a16:creationId xmlns:a16="http://schemas.microsoft.com/office/drawing/2014/main" id="{76B38CD9-F644-3047-EEE2-900C123FB34A}"/>
              </a:ext>
            </a:extLst>
          </p:cNvPr>
          <p:cNvSpPr txBox="1"/>
          <p:nvPr/>
        </p:nvSpPr>
        <p:spPr>
          <a:xfrm>
            <a:off x="470647" y="952499"/>
            <a:ext cx="5356412" cy="15388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b="1" dirty="0">
                <a:solidFill>
                  <a:srgbClr val="FFFDFF"/>
                </a:solidFill>
              </a:rPr>
              <a:t>Goal</a:t>
            </a:r>
            <a:r>
              <a:rPr lang="en-GB" sz="2000" b="1" baseline="0" dirty="0">
                <a:solidFill>
                  <a:srgbClr val="FFFDFF"/>
                </a:solidFill>
              </a:rPr>
              <a:t>:</a:t>
            </a:r>
            <a:r>
              <a:rPr lang="en-GB" sz="2000" baseline="0" dirty="0">
                <a:solidFill>
                  <a:srgbClr val="FFFDFF"/>
                </a:solidFill>
              </a:rPr>
              <a:t> </a:t>
            </a:r>
            <a:r>
              <a:rPr lang="en-GB" sz="2000" dirty="0">
                <a:solidFill>
                  <a:srgbClr val="FFFDFF"/>
                </a:solidFill>
              </a:rPr>
              <a:t>Build a complete end-to-end Salient Object Detection system from scratch.</a:t>
            </a:r>
            <a:br>
              <a:rPr lang="en-GB" sz="2000" dirty="0">
                <a:solidFill>
                  <a:srgbClr val="FFFDFF"/>
                </a:solidFill>
              </a:rPr>
            </a:br>
            <a:br>
              <a:rPr lang="en-GB" sz="2000" dirty="0"/>
            </a:br>
            <a:r>
              <a:rPr lang="en-GB" sz="2000" dirty="0">
                <a:solidFill>
                  <a:schemeClr val="bg1"/>
                </a:solidFill>
              </a:rPr>
              <a:t>Key Components Implemented:</a:t>
            </a:r>
            <a:endParaRPr lang="en-US" dirty="0">
              <a:solidFill>
                <a:schemeClr val="bg1"/>
              </a:solidFill>
            </a:endParaRPr>
          </a:p>
          <a:p>
            <a:pPr algn="ctr"/>
            <a:endParaRPr lang="en-GB"/>
          </a:p>
        </p:txBody>
      </p:sp>
    </p:spTree>
    <p:extLst>
      <p:ext uri="{BB962C8B-B14F-4D97-AF65-F5344CB8AC3E}">
        <p14:creationId xmlns:p14="http://schemas.microsoft.com/office/powerpoint/2010/main" val="3637367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D06AB-F20F-3EE4-D53D-73971669D444}"/>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4F88E7F0-B0FD-AD28-36CD-D2640ADC47FE}"/>
              </a:ext>
            </a:extLst>
          </p:cNvPr>
          <p:cNvSpPr>
            <a:spLocks noGrp="1"/>
          </p:cNvSpPr>
          <p:nvPr>
            <p:ph type="body" sz="quarter" idx="25"/>
          </p:nvPr>
        </p:nvSpPr>
        <p:spPr>
          <a:xfrm>
            <a:off x="6549851" y="2258169"/>
            <a:ext cx="2749922" cy="1058772"/>
          </a:xfrm>
          <a:solidFill>
            <a:schemeClr val="tx2">
              <a:lumMod val="75000"/>
              <a:lumOff val="25000"/>
            </a:schemeClr>
          </a:solidFill>
        </p:spPr>
        <p:txBody>
          <a:bodyPr/>
          <a:lstStyle/>
          <a:p>
            <a:r>
              <a:rPr lang="en-US">
                <a:latin typeface="Funnel Sans"/>
                <a:cs typeface="Times New Roman" panose="02020603050405020304" pitchFamily="18" charset="0"/>
              </a:rPr>
              <a:t>Training Setup</a:t>
            </a:r>
            <a:endParaRPr lang="en-US"/>
          </a:p>
        </p:txBody>
      </p:sp>
      <p:sp>
        <p:nvSpPr>
          <p:cNvPr id="10" name="Text Placeholder 9">
            <a:extLst>
              <a:ext uri="{FF2B5EF4-FFF2-40B4-BE49-F238E27FC236}">
                <a16:creationId xmlns:a16="http://schemas.microsoft.com/office/drawing/2014/main" id="{EDDB12E9-DA62-DEC4-05B7-525230E094D3}"/>
              </a:ext>
            </a:extLst>
          </p:cNvPr>
          <p:cNvSpPr>
            <a:spLocks noGrp="1"/>
          </p:cNvSpPr>
          <p:nvPr>
            <p:ph type="body" sz="quarter" idx="26"/>
          </p:nvPr>
        </p:nvSpPr>
        <p:spPr>
          <a:xfrm>
            <a:off x="1679109" y="2261617"/>
            <a:ext cx="2537011" cy="1058772"/>
          </a:xfrm>
          <a:solidFill>
            <a:schemeClr val="tx2">
              <a:lumMod val="75000"/>
              <a:lumOff val="25000"/>
            </a:schemeClr>
          </a:solidFill>
        </p:spPr>
        <p:txBody>
          <a:bodyPr/>
          <a:lstStyle/>
          <a:p>
            <a:r>
              <a:rPr lang="en-US" b="1">
                <a:latin typeface="Funnel Sans"/>
                <a:cs typeface="Times New Roman" panose="02020603050405020304" pitchFamily="18" charset="0"/>
              </a:rPr>
              <a:t>Model:</a:t>
            </a:r>
            <a:r>
              <a:rPr lang="en-US">
                <a:latin typeface="Funnel Sans"/>
                <a:cs typeface="Times New Roman" panose="02020603050405020304" pitchFamily="18" charset="0"/>
              </a:rPr>
              <a:t> Custom CNN Encoder–Decoder</a:t>
            </a:r>
            <a:endParaRPr lang="en-US"/>
          </a:p>
        </p:txBody>
      </p:sp>
      <p:sp>
        <p:nvSpPr>
          <p:cNvPr id="89" name="Title 88">
            <a:extLst>
              <a:ext uri="{FF2B5EF4-FFF2-40B4-BE49-F238E27FC236}">
                <a16:creationId xmlns:a16="http://schemas.microsoft.com/office/drawing/2014/main" id="{677CBDB5-FA15-F6D7-6738-78A9149ED8BC}"/>
              </a:ext>
            </a:extLst>
          </p:cNvPr>
          <p:cNvSpPr>
            <a:spLocks noGrp="1"/>
          </p:cNvSpPr>
          <p:nvPr>
            <p:ph type="title"/>
          </p:nvPr>
        </p:nvSpPr>
        <p:spPr>
          <a:xfrm>
            <a:off x="2728379" y="1170560"/>
            <a:ext cx="5194070" cy="538901"/>
          </a:xfrm>
        </p:spPr>
        <p:txBody>
          <a:bodyPr/>
          <a:lstStyle/>
          <a:p>
            <a:r>
              <a:rPr lang="en-US" sz="3600" b="0" dirty="0">
                <a:latin typeface="Funnel Sans"/>
                <a:cs typeface="Times New Roman" panose="02020603050405020304" pitchFamily="18" charset="0"/>
                <a:sym typeface="Georgia"/>
              </a:rPr>
              <a:t>Model Architecture &amp; Training</a:t>
            </a:r>
            <a:endParaRPr lang="en-US" dirty="0"/>
          </a:p>
        </p:txBody>
      </p:sp>
      <p:sp>
        <p:nvSpPr>
          <p:cNvPr id="7" name="Text Placeholder 6">
            <a:extLst>
              <a:ext uri="{FF2B5EF4-FFF2-40B4-BE49-F238E27FC236}">
                <a16:creationId xmlns:a16="http://schemas.microsoft.com/office/drawing/2014/main" id="{6B1565E9-1DCD-63F1-2DC5-6F0CAFFA832D}"/>
              </a:ext>
            </a:extLst>
          </p:cNvPr>
          <p:cNvSpPr>
            <a:spLocks noGrp="1"/>
          </p:cNvSpPr>
          <p:nvPr>
            <p:ph type="body" sz="quarter" idx="22"/>
          </p:nvPr>
        </p:nvSpPr>
        <p:spPr>
          <a:xfrm>
            <a:off x="559617" y="3432579"/>
            <a:ext cx="4778187" cy="2685945"/>
          </a:xfrm>
        </p:spPr>
        <p:txBody>
          <a:bodyPr vert="horz" lIns="0" tIns="0" rIns="0" bIns="0" rtlCol="0" anchor="ctr">
            <a:noAutofit/>
          </a:bodyPr>
          <a:lstStyle/>
          <a:p>
            <a:pPr marL="342900" indent="-342900">
              <a:buChar char="•"/>
            </a:pPr>
            <a:r>
              <a:rPr lang="en-GB" sz="2000">
                <a:latin typeface="Funnel Sans"/>
              </a:rPr>
              <a:t>4-stage encoder (Conv → BN → </a:t>
            </a:r>
            <a:r>
              <a:rPr lang="en-GB" sz="2000" err="1">
                <a:latin typeface="Funnel Sans"/>
              </a:rPr>
              <a:t>ReLU</a:t>
            </a:r>
            <a:r>
              <a:rPr lang="en-GB" sz="2000">
                <a:latin typeface="Funnel Sans"/>
              </a:rPr>
              <a:t> → Dropout → </a:t>
            </a:r>
            <a:r>
              <a:rPr lang="en-GB" sz="2000" err="1">
                <a:latin typeface="Funnel Sans"/>
              </a:rPr>
              <a:t>MaxPool</a:t>
            </a:r>
            <a:r>
              <a:rPr lang="en-GB" sz="2000">
                <a:latin typeface="Funnel Sans"/>
              </a:rPr>
              <a:t>)</a:t>
            </a:r>
            <a:endParaRPr lang="en-US"/>
          </a:p>
          <a:p>
            <a:pPr marL="342900" indent="-342900">
              <a:buChar char="•"/>
            </a:pPr>
            <a:r>
              <a:rPr lang="en-GB" sz="2000" dirty="0">
                <a:latin typeface="Funnel Sans"/>
              </a:rPr>
              <a:t>Bottleneck with deeper feature extraction</a:t>
            </a:r>
          </a:p>
          <a:p>
            <a:pPr marL="342900" indent="-342900">
              <a:buChar char="•"/>
            </a:pPr>
            <a:r>
              <a:rPr lang="en-GB" sz="2000" dirty="0">
                <a:latin typeface="Funnel Sans"/>
              </a:rPr>
              <a:t>3-stage decoder using ConvTranspose2D</a:t>
            </a:r>
          </a:p>
          <a:p>
            <a:pPr marL="342900" indent="-342900">
              <a:buChar char="•"/>
            </a:pPr>
            <a:r>
              <a:rPr lang="en-GB" sz="2000" dirty="0">
                <a:latin typeface="Funnel Sans"/>
              </a:rPr>
              <a:t>Sigmoid output mask (1×128×128)</a:t>
            </a:r>
          </a:p>
          <a:p>
            <a:pPr marL="285750" indent="-285750">
              <a:buChar char="•"/>
            </a:pPr>
            <a:endParaRPr lang="en-GB" dirty="0"/>
          </a:p>
        </p:txBody>
      </p:sp>
      <p:sp>
        <p:nvSpPr>
          <p:cNvPr id="13" name="Text Placeholder 12">
            <a:extLst>
              <a:ext uri="{FF2B5EF4-FFF2-40B4-BE49-F238E27FC236}">
                <a16:creationId xmlns:a16="http://schemas.microsoft.com/office/drawing/2014/main" id="{B1DC36B3-2779-D831-789B-7D19CC899FB3}"/>
              </a:ext>
            </a:extLst>
          </p:cNvPr>
          <p:cNvSpPr>
            <a:spLocks noGrp="1"/>
          </p:cNvSpPr>
          <p:nvPr>
            <p:ph type="body" sz="quarter" idx="21"/>
          </p:nvPr>
        </p:nvSpPr>
        <p:spPr>
          <a:xfrm>
            <a:off x="6410572" y="3432580"/>
            <a:ext cx="5517775" cy="2685944"/>
          </a:xfrm>
        </p:spPr>
        <p:txBody>
          <a:bodyPr vert="horz" lIns="0" tIns="0" rIns="0" bIns="0" rtlCol="0" anchor="ctr">
            <a:noAutofit/>
          </a:bodyPr>
          <a:lstStyle/>
          <a:p>
            <a:pPr indent="0">
              <a:buFont typeface="Arial" panose="020B0604020202020204" pitchFamily="34" charset="0"/>
              <a:buChar char="•"/>
            </a:pPr>
            <a:r>
              <a:rPr lang="en-GB" sz="2000" dirty="0">
                <a:latin typeface="Funnel Sans"/>
              </a:rPr>
              <a:t>   Adam (</a:t>
            </a:r>
            <a:r>
              <a:rPr lang="en-GB" sz="2000" dirty="0" err="1">
                <a:latin typeface="Funnel Sans"/>
              </a:rPr>
              <a:t>lr</a:t>
            </a:r>
            <a:r>
              <a:rPr lang="en-GB" sz="2000" dirty="0">
                <a:latin typeface="Funnel Sans"/>
              </a:rPr>
              <a:t>=1e-3)</a:t>
            </a:r>
            <a:endParaRPr lang="en-US"/>
          </a:p>
          <a:p>
            <a:pPr>
              <a:buChar char="•"/>
            </a:pPr>
            <a:r>
              <a:rPr lang="en-GB" sz="2000" dirty="0">
                <a:latin typeface="Funnel Sans"/>
              </a:rPr>
              <a:t>   25 epochs + early stopping</a:t>
            </a:r>
          </a:p>
          <a:p>
            <a:pPr>
              <a:buChar char="•"/>
            </a:pPr>
            <a:r>
              <a:rPr lang="en-GB" sz="2000" dirty="0">
                <a:latin typeface="Funnel Sans"/>
              </a:rPr>
              <a:t>   Batch size: 8</a:t>
            </a:r>
          </a:p>
          <a:p>
            <a:pPr>
              <a:buChar char="•"/>
            </a:pPr>
            <a:r>
              <a:rPr lang="en-GB" sz="2000" dirty="0">
                <a:latin typeface="Funnel Sans"/>
              </a:rPr>
              <a:t>   GPU: RTX 4050</a:t>
            </a:r>
          </a:p>
          <a:p>
            <a:pPr>
              <a:buChar char="•"/>
            </a:pPr>
            <a:r>
              <a:rPr lang="en-GB" sz="2000" dirty="0">
                <a:latin typeface="Funnel Sans"/>
              </a:rPr>
              <a:t>   Loss: BCE + 0.5×(1−IoU)</a:t>
            </a:r>
          </a:p>
          <a:p>
            <a:pPr marL="285750" indent="-285750">
              <a:buChar char="•"/>
            </a:pPr>
            <a:endParaRPr lang="en-GB" dirty="0"/>
          </a:p>
        </p:txBody>
      </p:sp>
    </p:spTree>
    <p:extLst>
      <p:ext uri="{BB962C8B-B14F-4D97-AF65-F5344CB8AC3E}">
        <p14:creationId xmlns:p14="http://schemas.microsoft.com/office/powerpoint/2010/main" val="858079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D06AB-F20F-3EE4-D53D-73971669D444}"/>
            </a:ext>
          </a:extLst>
        </p:cNvPr>
        <p:cNvGrpSpPr/>
        <p:nvPr/>
      </p:nvGrpSpPr>
      <p:grpSpPr>
        <a:xfrm>
          <a:off x="0" y="0"/>
          <a:ext cx="0" cy="0"/>
          <a:chOff x="0" y="0"/>
          <a:chExt cx="0" cy="0"/>
        </a:xfrm>
      </p:grpSpPr>
      <p:sp>
        <p:nvSpPr>
          <p:cNvPr id="19" name="Text Placeholder 18">
            <a:extLst>
              <a:ext uri="{FF2B5EF4-FFF2-40B4-BE49-F238E27FC236}">
                <a16:creationId xmlns:a16="http://schemas.microsoft.com/office/drawing/2014/main" id="{84A0F127-2E48-4D06-93AE-63FB3F937D96}"/>
              </a:ext>
            </a:extLst>
          </p:cNvPr>
          <p:cNvSpPr>
            <a:spLocks noGrp="1"/>
          </p:cNvSpPr>
          <p:nvPr>
            <p:ph type="body" idx="2"/>
          </p:nvPr>
        </p:nvSpPr>
        <p:spPr>
          <a:xfrm>
            <a:off x="993767" y="5217572"/>
            <a:ext cx="10752627" cy="696261"/>
          </a:xfrm>
        </p:spPr>
        <p:txBody>
          <a:bodyPr/>
          <a:lstStyle/>
          <a:p>
            <a:r>
              <a:rPr lang="en-US" sz="2000">
                <a:latin typeface="Funnel Sans"/>
                <a:cs typeface="Times New Roman"/>
              </a:rPr>
              <a:t>Visual Output Includes: Input image → Predicted mask → Overlay</a:t>
            </a:r>
            <a:endParaRPr lang="en-US" sz="1800">
              <a:cs typeface="Times New Roman"/>
            </a:endParaRPr>
          </a:p>
        </p:txBody>
      </p:sp>
      <p:sp>
        <p:nvSpPr>
          <p:cNvPr id="11" name="Text Placeholder 10">
            <a:extLst>
              <a:ext uri="{FF2B5EF4-FFF2-40B4-BE49-F238E27FC236}">
                <a16:creationId xmlns:a16="http://schemas.microsoft.com/office/drawing/2014/main" id="{C35ACABC-9C23-5ADF-788E-3275C778FEBD}"/>
              </a:ext>
            </a:extLst>
          </p:cNvPr>
          <p:cNvSpPr>
            <a:spLocks noGrp="1"/>
          </p:cNvSpPr>
          <p:nvPr>
            <p:ph type="body" sz="quarter" idx="12"/>
          </p:nvPr>
        </p:nvSpPr>
        <p:spPr>
          <a:xfrm>
            <a:off x="993767" y="1838947"/>
            <a:ext cx="3861353" cy="3380650"/>
          </a:xfrm>
        </p:spPr>
        <p:txBody>
          <a:bodyPr vert="horz" lIns="0" tIns="0" rIns="0" bIns="0" rtlCol="0" anchor="t">
            <a:normAutofit/>
          </a:bodyPr>
          <a:lstStyle/>
          <a:p>
            <a:r>
              <a:rPr lang="en-US" sz="2000" b="1" dirty="0">
                <a:latin typeface="Funnel Sans"/>
                <a:cs typeface="Times New Roman"/>
              </a:rPr>
              <a:t>Baseline Performance</a:t>
            </a:r>
            <a:endParaRPr lang="en-US" sz="2000"/>
          </a:p>
          <a:p>
            <a:pPr marL="285750" indent="-285750">
              <a:buFont typeface="Arial"/>
              <a:buChar char="•"/>
            </a:pPr>
            <a:r>
              <a:rPr lang="en-US" sz="2000" err="1">
                <a:latin typeface="Funnel Sans"/>
                <a:cs typeface="Times New Roman"/>
              </a:rPr>
              <a:t>IoU</a:t>
            </a:r>
            <a:r>
              <a:rPr lang="en-US" sz="2000" dirty="0">
                <a:latin typeface="Funnel Sans"/>
                <a:cs typeface="Times New Roman"/>
              </a:rPr>
              <a:t>: 0.7023</a:t>
            </a:r>
            <a:endParaRPr lang="en-US" sz="2000"/>
          </a:p>
          <a:p>
            <a:pPr marL="285750" indent="-285750">
              <a:buFont typeface="Arial"/>
              <a:buChar char="•"/>
            </a:pPr>
            <a:r>
              <a:rPr lang="en-US" sz="2000" dirty="0">
                <a:latin typeface="Funnel Sans"/>
                <a:cs typeface="Times New Roman"/>
              </a:rPr>
              <a:t>Precision: 0.8442</a:t>
            </a:r>
            <a:endParaRPr lang="en-US" sz="2000"/>
          </a:p>
          <a:p>
            <a:pPr marL="285750" indent="-285750">
              <a:buFont typeface="Arial"/>
              <a:buChar char="•"/>
            </a:pPr>
            <a:r>
              <a:rPr lang="en-US" sz="2000" dirty="0">
                <a:latin typeface="Funnel Sans"/>
                <a:cs typeface="Times New Roman"/>
              </a:rPr>
              <a:t>Recall: 0.8454</a:t>
            </a:r>
            <a:endParaRPr lang="en-US" sz="2000"/>
          </a:p>
          <a:p>
            <a:pPr marL="285750" indent="-285750">
              <a:buFont typeface="Arial"/>
              <a:buChar char="•"/>
            </a:pPr>
            <a:r>
              <a:rPr lang="en-US" sz="2000" dirty="0">
                <a:latin typeface="Funnel Sans"/>
                <a:cs typeface="Times New Roman"/>
              </a:rPr>
              <a:t>F1: 0.8415</a:t>
            </a:r>
            <a:endParaRPr lang="en-US" sz="2000"/>
          </a:p>
          <a:p>
            <a:pPr marL="285750" indent="-285750">
              <a:buFont typeface="Arial"/>
              <a:buChar char="•"/>
            </a:pPr>
            <a:r>
              <a:rPr lang="en-US" sz="2000" dirty="0">
                <a:latin typeface="Funnel Sans"/>
                <a:cs typeface="Times New Roman"/>
              </a:rPr>
              <a:t>MAE: 0.1011</a:t>
            </a:r>
            <a:endParaRPr lang="en-US" sz="2000" dirty="0"/>
          </a:p>
          <a:p>
            <a:pPr lvl="0"/>
            <a:endParaRPr lang="en-US" b="1" dirty="0">
              <a:latin typeface="Funnel Sans"/>
              <a:cs typeface="Times New Roman"/>
            </a:endParaRPr>
          </a:p>
          <a:p>
            <a:pPr lvl="0"/>
            <a:endParaRPr lang="en-US" b="1"/>
          </a:p>
        </p:txBody>
      </p:sp>
      <p:sp>
        <p:nvSpPr>
          <p:cNvPr id="6" name="Title 5">
            <a:extLst>
              <a:ext uri="{FF2B5EF4-FFF2-40B4-BE49-F238E27FC236}">
                <a16:creationId xmlns:a16="http://schemas.microsoft.com/office/drawing/2014/main" id="{5D15A0A0-1C52-B517-31CE-3F31DBC41D8C}"/>
              </a:ext>
            </a:extLst>
          </p:cNvPr>
          <p:cNvSpPr>
            <a:spLocks noGrp="1"/>
          </p:cNvSpPr>
          <p:nvPr>
            <p:ph type="title"/>
          </p:nvPr>
        </p:nvSpPr>
        <p:spPr>
          <a:xfrm>
            <a:off x="2922860" y="920887"/>
            <a:ext cx="4757040" cy="538901"/>
          </a:xfrm>
        </p:spPr>
        <p:txBody>
          <a:bodyPr/>
          <a:lstStyle/>
          <a:p>
            <a:r>
              <a:rPr lang="en-US" sz="4000" b="0" dirty="0">
                <a:latin typeface="Funnel Sans"/>
                <a:cs typeface="Times New Roman" panose="02020603050405020304" pitchFamily="18" charset="0"/>
              </a:rPr>
              <a:t>Results &amp; Improvements</a:t>
            </a:r>
            <a:endParaRPr lang="en-US" dirty="0"/>
          </a:p>
        </p:txBody>
      </p:sp>
      <p:sp>
        <p:nvSpPr>
          <p:cNvPr id="5" name="Text Placeholder 10">
            <a:extLst>
              <a:ext uri="{FF2B5EF4-FFF2-40B4-BE49-F238E27FC236}">
                <a16:creationId xmlns:a16="http://schemas.microsoft.com/office/drawing/2014/main" id="{C44CDCAF-DE8D-0E97-55C8-61A7C49ABB1A}"/>
              </a:ext>
            </a:extLst>
          </p:cNvPr>
          <p:cNvSpPr txBox="1">
            <a:spLocks/>
          </p:cNvSpPr>
          <p:nvPr/>
        </p:nvSpPr>
        <p:spPr>
          <a:xfrm>
            <a:off x="6099167" y="1834465"/>
            <a:ext cx="5250882" cy="3391855"/>
          </a:xfrm>
          <a:prstGeom prst="rect">
            <a:avLst/>
          </a:prstGeom>
        </p:spPr>
        <p:txBody>
          <a:bodyPr vert="horz" lIns="0" tIns="0" rIns="0" bIns="0" rtlCol="0" anchor="t">
            <a:normAutofit/>
          </a:bodyPr>
          <a:lstStyle>
            <a:lvl1pPr marL="0" indent="0" algn="l" defTabSz="914400" rtl="0" eaLnBrk="1" latinLnBrk="0" hangingPunct="1">
              <a:lnSpc>
                <a:spcPct val="100000"/>
              </a:lnSpc>
              <a:spcBef>
                <a:spcPts val="1328"/>
              </a:spcBef>
              <a:spcAft>
                <a:spcPts val="0"/>
              </a:spcAft>
              <a:buFont typeface="Arial" panose="020B0604020202020204" pitchFamily="34" charset="0"/>
              <a:buNone/>
              <a:defRPr sz="1600" b="0" i="0" kern="1200" spc="0">
                <a:solidFill>
                  <a:schemeClr val="bg1"/>
                </a:solidFill>
                <a:latin typeface="Funnel Sans" pitchFamily="2" charset="0"/>
                <a:ea typeface="+mn-ea"/>
                <a:cs typeface="+mn-cs"/>
              </a:defRPr>
            </a:lvl1pPr>
            <a:lvl2pPr marL="216000" indent="-216000" algn="l" defTabSz="914400" rtl="0" eaLnBrk="1" latinLnBrk="0" hangingPunct="1">
              <a:lnSpc>
                <a:spcPct val="100000"/>
              </a:lnSpc>
              <a:spcBef>
                <a:spcPts val="500"/>
              </a:spcBef>
              <a:buFontTx/>
              <a:buBlip>
                <a:blip r:embed="rId2"/>
              </a:buBlip>
              <a:defRPr sz="1600" b="0" i="0" kern="1200">
                <a:solidFill>
                  <a:schemeClr val="bg1"/>
                </a:solidFill>
                <a:latin typeface="Funnel Sans" pitchFamily="2" charset="0"/>
                <a:ea typeface="+mn-ea"/>
                <a:cs typeface="+mn-cs"/>
              </a:defRPr>
            </a:lvl2pPr>
            <a:lvl3pPr marL="576000" indent="-217560" algn="l" defTabSz="914400" rtl="0" eaLnBrk="1" latinLnBrk="0" hangingPunct="1">
              <a:lnSpc>
                <a:spcPct val="100000"/>
              </a:lnSpc>
              <a:spcBef>
                <a:spcPts val="500"/>
              </a:spcBef>
              <a:buFontTx/>
              <a:buBlip>
                <a:blip r:embed="rId2"/>
              </a:buBlip>
              <a:defRPr sz="1400" b="0" i="0" kern="1200">
                <a:solidFill>
                  <a:schemeClr val="bg1"/>
                </a:solidFill>
                <a:latin typeface="Funnel Sans" pitchFamily="2" charset="0"/>
                <a:ea typeface="+mn-ea"/>
                <a:cs typeface="+mn-cs"/>
              </a:defRPr>
            </a:lvl3pPr>
            <a:lvl4pPr marL="936000" indent="-216000" algn="l" defTabSz="914400" rtl="0" eaLnBrk="1" latinLnBrk="0" hangingPunct="1">
              <a:lnSpc>
                <a:spcPct val="100000"/>
              </a:lnSpc>
              <a:spcBef>
                <a:spcPts val="500"/>
              </a:spcBef>
              <a:buFontTx/>
              <a:buBlip>
                <a:blip r:embed="rId2"/>
              </a:buBlip>
              <a:defRPr sz="1200" b="0" i="0" kern="1200">
                <a:solidFill>
                  <a:schemeClr val="bg1"/>
                </a:solidFill>
                <a:latin typeface="Funnel Sans" pitchFamily="2" charset="0"/>
                <a:ea typeface="+mn-ea"/>
                <a:cs typeface="+mn-cs"/>
              </a:defRPr>
            </a:lvl4pPr>
            <a:lvl5pPr marL="2057400" indent="-228600" algn="l" defTabSz="914400" rtl="0" eaLnBrk="1" latinLnBrk="0" hangingPunct="1">
              <a:lnSpc>
                <a:spcPct val="90000"/>
              </a:lnSpc>
              <a:spcBef>
                <a:spcPts val="500"/>
              </a:spcBef>
              <a:buFontTx/>
              <a:buBlip>
                <a:blip r:embed="rId3"/>
              </a:buBlip>
              <a:defRPr sz="1800" kern="1200">
                <a:solidFill>
                  <a:schemeClr val="tx2"/>
                </a:solidFill>
                <a:latin typeface="Funnel Sans"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solidFill>
                  <a:srgbClr val="FFFDFF"/>
                </a:solidFill>
                <a:latin typeface="Funnel Sans"/>
                <a:cs typeface="Times New Roman"/>
              </a:rPr>
              <a:t>Improved Model</a:t>
            </a:r>
            <a:r>
              <a:rPr lang="en-US" sz="2000" dirty="0">
                <a:solidFill>
                  <a:srgbClr val="FFFDFF"/>
                </a:solidFill>
                <a:latin typeface="Funnel Sans"/>
                <a:cs typeface="Times New Roman"/>
              </a:rPr>
              <a:t> (BN + Dropout + Deeper CNN)</a:t>
            </a:r>
            <a:endParaRPr lang="en-US" sz="2000">
              <a:solidFill>
                <a:srgbClr val="FFFDFF"/>
              </a:solidFill>
            </a:endParaRPr>
          </a:p>
          <a:p>
            <a:pPr marL="342900" indent="-342900">
              <a:buClrTx/>
              <a:buFont typeface="Arial"/>
              <a:buChar char="•"/>
            </a:pPr>
            <a:r>
              <a:rPr lang="en-US" sz="2000" dirty="0" err="1">
                <a:solidFill>
                  <a:srgbClr val="FFFDFF"/>
                </a:solidFill>
                <a:latin typeface="Funnel Sans"/>
                <a:cs typeface="Times New Roman"/>
              </a:rPr>
              <a:t>IoU</a:t>
            </a:r>
            <a:r>
              <a:rPr lang="en-US" sz="2000" dirty="0">
                <a:solidFill>
                  <a:srgbClr val="FFFDFF"/>
                </a:solidFill>
                <a:latin typeface="Funnel Sans"/>
                <a:cs typeface="Times New Roman"/>
              </a:rPr>
              <a:t>: 0.7249</a:t>
            </a:r>
            <a:endParaRPr lang="en-US" sz="2000" dirty="0">
              <a:solidFill>
                <a:srgbClr val="FFFDFF"/>
              </a:solidFill>
            </a:endParaRPr>
          </a:p>
          <a:p>
            <a:pPr marL="285750" indent="-285750">
              <a:buClrTx/>
              <a:buFont typeface="Arial"/>
              <a:buChar char="•"/>
            </a:pPr>
            <a:r>
              <a:rPr lang="en-US" sz="2000" dirty="0">
                <a:solidFill>
                  <a:srgbClr val="FFFDFF"/>
                </a:solidFill>
                <a:latin typeface="Funnel Sans"/>
                <a:cs typeface="Times New Roman"/>
              </a:rPr>
              <a:t>Precision: 0.8410</a:t>
            </a:r>
            <a:endParaRPr lang="en-US" sz="2000" dirty="0">
              <a:solidFill>
                <a:srgbClr val="FFFDFF"/>
              </a:solidFill>
            </a:endParaRPr>
          </a:p>
          <a:p>
            <a:pPr marL="285750" indent="-285750">
              <a:buClrTx/>
              <a:buFont typeface="Arial"/>
              <a:buChar char="•"/>
            </a:pPr>
            <a:r>
              <a:rPr lang="en-US" sz="2000" dirty="0">
                <a:solidFill>
                  <a:srgbClr val="FFFDFF"/>
                </a:solidFill>
                <a:latin typeface="Funnel Sans"/>
                <a:cs typeface="Times New Roman"/>
              </a:rPr>
              <a:t>Recall: 0.8788</a:t>
            </a:r>
            <a:endParaRPr lang="en-US" sz="2000" dirty="0">
              <a:solidFill>
                <a:srgbClr val="FFFDFF"/>
              </a:solidFill>
            </a:endParaRPr>
          </a:p>
          <a:p>
            <a:pPr marL="285750" indent="-285750">
              <a:buClrTx/>
              <a:buFont typeface="Arial"/>
              <a:buChar char="•"/>
            </a:pPr>
            <a:r>
              <a:rPr lang="en-US" sz="2000" dirty="0">
                <a:solidFill>
                  <a:srgbClr val="FFFDFF"/>
                </a:solidFill>
                <a:latin typeface="Funnel Sans"/>
                <a:cs typeface="Times New Roman"/>
              </a:rPr>
              <a:t>F1: 0.8562</a:t>
            </a:r>
            <a:endParaRPr lang="en-US" sz="2000" dirty="0">
              <a:solidFill>
                <a:srgbClr val="FFFDFF"/>
              </a:solidFill>
            </a:endParaRPr>
          </a:p>
          <a:p>
            <a:pPr marL="285750" indent="-285750">
              <a:buClrTx/>
              <a:buFont typeface="Arial"/>
              <a:buChar char="•"/>
            </a:pPr>
            <a:r>
              <a:rPr lang="en-US" sz="2000" dirty="0">
                <a:solidFill>
                  <a:srgbClr val="FFFDFF"/>
                </a:solidFill>
                <a:latin typeface="Funnel Sans"/>
                <a:cs typeface="Times New Roman"/>
              </a:rPr>
              <a:t>MAE: 0.0919</a:t>
            </a:r>
            <a:endParaRPr lang="en-US" sz="2000" dirty="0">
              <a:solidFill>
                <a:srgbClr val="FFFDFF"/>
              </a:solidFill>
            </a:endParaRPr>
          </a:p>
          <a:p>
            <a:pPr>
              <a:buClrTx/>
            </a:pPr>
            <a:endParaRPr lang="en-US" b="1" dirty="0">
              <a:solidFill>
                <a:srgbClr val="FFFDFF"/>
              </a:solidFill>
              <a:latin typeface="Funnel Sans"/>
              <a:cs typeface="Times New Roman"/>
            </a:endParaRPr>
          </a:p>
          <a:p>
            <a:pPr>
              <a:buClrTx/>
            </a:pPr>
            <a:endParaRPr lang="en-US" b="1">
              <a:solidFill>
                <a:srgbClr val="FFFDFF"/>
              </a:solidFill>
            </a:endParaRPr>
          </a:p>
        </p:txBody>
      </p:sp>
    </p:spTree>
    <p:extLst>
      <p:ext uri="{BB962C8B-B14F-4D97-AF65-F5344CB8AC3E}">
        <p14:creationId xmlns:p14="http://schemas.microsoft.com/office/powerpoint/2010/main" val="2711858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2B6E831-8FAB-3603-50DF-08B29D847A3E}"/>
              </a:ext>
            </a:extLst>
          </p:cNvPr>
          <p:cNvSpPr>
            <a:spLocks noGrp="1"/>
          </p:cNvSpPr>
          <p:nvPr>
            <p:ph type="body" sz="quarter" idx="12"/>
          </p:nvPr>
        </p:nvSpPr>
        <p:spPr>
          <a:xfrm>
            <a:off x="2544066" y="1445946"/>
            <a:ext cx="2958331" cy="523779"/>
          </a:xfrm>
        </p:spPr>
        <p:txBody>
          <a:bodyPr>
            <a:normAutofit/>
          </a:bodyPr>
          <a:lstStyle/>
          <a:p>
            <a:r>
              <a:rPr lang="en-GB" dirty="0">
                <a:latin typeface="Funnel Sans"/>
              </a:rPr>
              <a:t>Demo Notebook Features:</a:t>
            </a:r>
            <a:endParaRPr lang="en-US" dirty="0"/>
          </a:p>
        </p:txBody>
      </p:sp>
      <p:sp>
        <p:nvSpPr>
          <p:cNvPr id="14" name="Text Placeholder 13">
            <a:extLst>
              <a:ext uri="{FF2B5EF4-FFF2-40B4-BE49-F238E27FC236}">
                <a16:creationId xmlns:a16="http://schemas.microsoft.com/office/drawing/2014/main" id="{A9402969-6D32-2A3E-A7FA-AE7ED89CE678}"/>
              </a:ext>
            </a:extLst>
          </p:cNvPr>
          <p:cNvSpPr>
            <a:spLocks noGrp="1"/>
          </p:cNvSpPr>
          <p:nvPr>
            <p:ph type="body" sz="quarter" idx="21"/>
          </p:nvPr>
        </p:nvSpPr>
        <p:spPr>
          <a:xfrm>
            <a:off x="2544066" y="3836395"/>
            <a:ext cx="2958331" cy="523779"/>
          </a:xfrm>
        </p:spPr>
        <p:txBody>
          <a:bodyPr/>
          <a:lstStyle/>
          <a:p>
            <a:r>
              <a:rPr lang="en-GB" dirty="0">
                <a:latin typeface="Funnel Sans"/>
              </a:rPr>
              <a:t>Conclusion:</a:t>
            </a:r>
            <a:endParaRPr lang="en-US" dirty="0"/>
          </a:p>
        </p:txBody>
      </p:sp>
      <p:sp>
        <p:nvSpPr>
          <p:cNvPr id="18" name="Text Placeholder 17">
            <a:extLst>
              <a:ext uri="{FF2B5EF4-FFF2-40B4-BE49-F238E27FC236}">
                <a16:creationId xmlns:a16="http://schemas.microsoft.com/office/drawing/2014/main" id="{6C162555-1331-2511-2A16-9C71C292EFDF}"/>
              </a:ext>
            </a:extLst>
          </p:cNvPr>
          <p:cNvSpPr>
            <a:spLocks noGrp="1"/>
          </p:cNvSpPr>
          <p:nvPr>
            <p:ph type="body" sz="quarter" idx="25"/>
          </p:nvPr>
        </p:nvSpPr>
        <p:spPr>
          <a:xfrm>
            <a:off x="5784809" y="1333887"/>
            <a:ext cx="4477847" cy="2070190"/>
          </a:xfrm>
        </p:spPr>
        <p:txBody>
          <a:bodyPr/>
          <a:lstStyle/>
          <a:p>
            <a:pPr marL="285750" indent="-285750">
              <a:buFont typeface="Arial"/>
              <a:buChar char="•"/>
            </a:pPr>
            <a:r>
              <a:rPr lang="en-GB" sz="2000" dirty="0">
                <a:latin typeface="Funnel Sans"/>
              </a:rPr>
              <a:t>Load trained model</a:t>
            </a:r>
            <a:endParaRPr lang="en-US" sz="2000">
              <a:latin typeface="Funnel Sans"/>
            </a:endParaRPr>
          </a:p>
          <a:p>
            <a:pPr marL="285750" indent="-285750">
              <a:buFont typeface="Arial"/>
              <a:buChar char="•"/>
            </a:pPr>
            <a:r>
              <a:rPr lang="en-GB" sz="2000" dirty="0">
                <a:latin typeface="Funnel Sans"/>
              </a:rPr>
              <a:t>Run inference on any image</a:t>
            </a:r>
            <a:endParaRPr lang="en-GB" sz="2000"/>
          </a:p>
          <a:p>
            <a:pPr marL="285750" indent="-285750">
              <a:buFont typeface="Arial"/>
              <a:buChar char="•"/>
            </a:pPr>
            <a:r>
              <a:rPr lang="en-GB" sz="2000" dirty="0">
                <a:latin typeface="Funnel Sans"/>
              </a:rPr>
              <a:t>Show mask + overlay + inference time</a:t>
            </a:r>
            <a:endParaRPr lang="en-GB" sz="2000"/>
          </a:p>
          <a:p>
            <a:pPr marL="285750" indent="-285750">
              <a:buFont typeface="Arial"/>
              <a:buChar char="•"/>
            </a:pPr>
            <a:r>
              <a:rPr lang="en-GB" sz="2000" dirty="0">
                <a:latin typeface="Funnel Sans"/>
              </a:rPr>
              <a:t>Simple, interactive UI</a:t>
            </a:r>
            <a:endParaRPr lang="en-GB" sz="2000"/>
          </a:p>
          <a:p>
            <a:endParaRPr lang="en-GB" dirty="0"/>
          </a:p>
        </p:txBody>
      </p:sp>
      <p:sp>
        <p:nvSpPr>
          <p:cNvPr id="5" name="Title 4">
            <a:extLst>
              <a:ext uri="{FF2B5EF4-FFF2-40B4-BE49-F238E27FC236}">
                <a16:creationId xmlns:a16="http://schemas.microsoft.com/office/drawing/2014/main" id="{2E15F14B-7DC5-2027-76B9-A21983BC844B}"/>
              </a:ext>
            </a:extLst>
          </p:cNvPr>
          <p:cNvSpPr>
            <a:spLocks noGrp="1"/>
          </p:cNvSpPr>
          <p:nvPr>
            <p:ph type="title"/>
          </p:nvPr>
        </p:nvSpPr>
        <p:spPr/>
        <p:txBody>
          <a:bodyPr/>
          <a:lstStyle/>
          <a:p>
            <a:r>
              <a:rPr lang="en-GB" b="0" dirty="0">
                <a:latin typeface="Funnel Sans"/>
              </a:rPr>
              <a:t>Demo &amp; Conclusion</a:t>
            </a:r>
            <a:endParaRPr lang="en-US" dirty="0"/>
          </a:p>
        </p:txBody>
      </p:sp>
      <p:sp>
        <p:nvSpPr>
          <p:cNvPr id="9" name="Text Placeholder 17">
            <a:extLst>
              <a:ext uri="{FF2B5EF4-FFF2-40B4-BE49-F238E27FC236}">
                <a16:creationId xmlns:a16="http://schemas.microsoft.com/office/drawing/2014/main" id="{8DA1DC79-E27C-E4C5-0099-E455A2B97F4B}"/>
              </a:ext>
            </a:extLst>
          </p:cNvPr>
          <p:cNvSpPr txBox="1">
            <a:spLocks/>
          </p:cNvSpPr>
          <p:nvPr/>
        </p:nvSpPr>
        <p:spPr>
          <a:xfrm>
            <a:off x="5780327" y="3839523"/>
            <a:ext cx="5990640" cy="2070190"/>
          </a:xfrm>
          <a:prstGeom prst="rect">
            <a:avLst/>
          </a:prstGeom>
        </p:spPr>
        <p:txBody>
          <a:bodyPr vert="horz" lIns="0" tIns="0" rIns="0" bIns="0" rtlCol="0" anchor="ctr">
            <a:norm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0" i="0" kern="1200" spc="0">
                <a:solidFill>
                  <a:schemeClr val="bg1"/>
                </a:solidFill>
                <a:latin typeface="Funnel Sans" pitchFamily="2" charset="0"/>
                <a:ea typeface="+mn-ea"/>
                <a:cs typeface="+mn-cs"/>
              </a:defRPr>
            </a:lvl1pPr>
            <a:lvl2pPr marL="216000" indent="-216000" algn="l" defTabSz="914400" rtl="0" eaLnBrk="1" latinLnBrk="0" hangingPunct="1">
              <a:lnSpc>
                <a:spcPct val="100000"/>
              </a:lnSpc>
              <a:spcBef>
                <a:spcPts val="0"/>
              </a:spcBef>
              <a:spcAft>
                <a:spcPts val="600"/>
              </a:spcAft>
              <a:buFontTx/>
              <a:buBlip>
                <a:blip r:embed="rId2"/>
              </a:buBlip>
              <a:defRPr sz="1100" b="0" i="0" kern="1200">
                <a:solidFill>
                  <a:srgbClr val="D8D8D8"/>
                </a:solidFill>
                <a:latin typeface="Funnel Sans" pitchFamily="2" charset="0"/>
                <a:ea typeface="+mn-ea"/>
                <a:cs typeface="+mn-cs"/>
              </a:defRPr>
            </a:lvl2pPr>
            <a:lvl3pPr marL="576000" indent="-217560" algn="l" defTabSz="914400" rtl="0" eaLnBrk="1" latinLnBrk="0" hangingPunct="1">
              <a:lnSpc>
                <a:spcPct val="100000"/>
              </a:lnSpc>
              <a:spcBef>
                <a:spcPts val="0"/>
              </a:spcBef>
              <a:spcAft>
                <a:spcPts val="600"/>
              </a:spcAft>
              <a:buFontTx/>
              <a:buBlip>
                <a:blip r:embed="rId2"/>
              </a:buBlip>
              <a:defRPr sz="1050" b="0" i="0" kern="1200">
                <a:solidFill>
                  <a:srgbClr val="D8D8D8"/>
                </a:solidFill>
                <a:latin typeface="Funnel Sans" pitchFamily="2" charset="0"/>
                <a:ea typeface="+mn-ea"/>
                <a:cs typeface="+mn-cs"/>
              </a:defRPr>
            </a:lvl3pPr>
            <a:lvl4pPr marL="936000" indent="-216000" algn="l" defTabSz="914400" rtl="0" eaLnBrk="1" latinLnBrk="0" hangingPunct="1">
              <a:lnSpc>
                <a:spcPct val="100000"/>
              </a:lnSpc>
              <a:spcBef>
                <a:spcPts val="0"/>
              </a:spcBef>
              <a:spcAft>
                <a:spcPts val="600"/>
              </a:spcAft>
              <a:buFontTx/>
              <a:buBlip>
                <a:blip r:embed="rId2"/>
              </a:buBlip>
              <a:defRPr sz="1000" b="0" i="0" kern="1200">
                <a:solidFill>
                  <a:srgbClr val="D8D8D8"/>
                </a:solidFill>
                <a:latin typeface="Funnel Sans" pitchFamily="2" charset="0"/>
                <a:ea typeface="+mn-ea"/>
                <a:cs typeface="+mn-cs"/>
              </a:defRPr>
            </a:lvl4pPr>
            <a:lvl5pPr marL="2057400" indent="-228600" algn="l" defTabSz="914400" rtl="0" eaLnBrk="1" latinLnBrk="0" hangingPunct="1">
              <a:lnSpc>
                <a:spcPct val="90000"/>
              </a:lnSpc>
              <a:spcBef>
                <a:spcPts val="500"/>
              </a:spcBef>
              <a:buFontTx/>
              <a:buBlip>
                <a:blip r:embed="rId3"/>
              </a:buBlip>
              <a:defRPr sz="1800" kern="1200">
                <a:solidFill>
                  <a:schemeClr val="tx2"/>
                </a:solidFill>
                <a:latin typeface="Funnel Sans"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ClrTx/>
              <a:buFont typeface="Arial"/>
              <a:buChar char="•"/>
            </a:pPr>
            <a:r>
              <a:rPr lang="en-GB" sz="2000" dirty="0">
                <a:latin typeface="Funnel Sans"/>
              </a:rPr>
              <a:t>Full DL pipeline implemented successfully</a:t>
            </a:r>
            <a:endParaRPr lang="en-US" sz="2000">
              <a:latin typeface="Funnel Sans"/>
            </a:endParaRPr>
          </a:p>
          <a:p>
            <a:pPr marL="285750" indent="-285750">
              <a:buClrTx/>
              <a:buFont typeface="Arial"/>
              <a:buChar char="•"/>
            </a:pPr>
            <a:r>
              <a:rPr lang="en-GB" sz="2000" dirty="0">
                <a:latin typeface="Funnel Sans"/>
              </a:rPr>
              <a:t>Strong performance on DUTS</a:t>
            </a:r>
            <a:endParaRPr lang="en-GB" sz="2000"/>
          </a:p>
          <a:p>
            <a:pPr marL="285750" indent="-285750">
              <a:buClrTx/>
              <a:buFont typeface="Arial"/>
              <a:buChar char="•"/>
            </a:pPr>
            <a:r>
              <a:rPr lang="en-GB" sz="2000" dirty="0">
                <a:latin typeface="Funnel Sans"/>
              </a:rPr>
              <a:t>Significant improvement after architecture refinements</a:t>
            </a:r>
            <a:endParaRPr lang="en-GB" sz="2000"/>
          </a:p>
          <a:p>
            <a:pPr marL="285750" indent="-285750">
              <a:buClrTx/>
              <a:buFont typeface="Arial"/>
              <a:buChar char="•"/>
            </a:pPr>
            <a:r>
              <a:rPr lang="en-GB" sz="2000" dirty="0">
                <a:latin typeface="Funnel Sans"/>
              </a:rPr>
              <a:t>Ready for presentation &amp; submission</a:t>
            </a:r>
            <a:endParaRPr lang="en-GB" sz="2000" dirty="0"/>
          </a:p>
          <a:p>
            <a:pPr>
              <a:buClrTx/>
            </a:pPr>
            <a:endParaRPr lang="en-GB" dirty="0"/>
          </a:p>
        </p:txBody>
      </p:sp>
    </p:spTree>
    <p:extLst>
      <p:ext uri="{BB962C8B-B14F-4D97-AF65-F5344CB8AC3E}">
        <p14:creationId xmlns:p14="http://schemas.microsoft.com/office/powerpoint/2010/main" val="2738196247"/>
      </p:ext>
    </p:extLst>
  </p:cSld>
  <p:clrMapOvr>
    <a:masterClrMapping/>
  </p:clrMapOvr>
</p:sld>
</file>

<file path=ppt/theme/theme1.xml><?xml version="1.0" encoding="utf-8"?>
<a:theme xmlns:a="http://schemas.openxmlformats.org/drawingml/2006/main" name="Custom Design">
  <a:themeElements>
    <a:clrScheme name="Custom 148">
      <a:dk1>
        <a:srgbClr val="161916"/>
      </a:dk1>
      <a:lt1>
        <a:srgbClr val="FFFDFF"/>
      </a:lt1>
      <a:dk2>
        <a:srgbClr val="161916"/>
      </a:dk2>
      <a:lt2>
        <a:srgbClr val="FDF8F4"/>
      </a:lt2>
      <a:accent1>
        <a:srgbClr val="FD4E59"/>
      </a:accent1>
      <a:accent2>
        <a:srgbClr val="6D7069"/>
      </a:accent2>
      <a:accent3>
        <a:srgbClr val="FFAB28"/>
      </a:accent3>
      <a:accent4>
        <a:srgbClr val="161916"/>
      </a:accent4>
      <a:accent5>
        <a:srgbClr val="494949"/>
      </a:accent5>
      <a:accent6>
        <a:srgbClr val="FFF0DC"/>
      </a:accent6>
      <a:hlink>
        <a:srgbClr val="FE4F58"/>
      </a:hlink>
      <a:folHlink>
        <a:srgbClr val="FFAD27"/>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Custom Design">
  <a:themeElements>
    <a:clrScheme name="Custom 148">
      <a:dk1>
        <a:srgbClr val="161916"/>
      </a:dk1>
      <a:lt1>
        <a:srgbClr val="FFFDFF"/>
      </a:lt1>
      <a:dk2>
        <a:srgbClr val="161916"/>
      </a:dk2>
      <a:lt2>
        <a:srgbClr val="FDF8F4"/>
      </a:lt2>
      <a:accent1>
        <a:srgbClr val="FD4E59"/>
      </a:accent1>
      <a:accent2>
        <a:srgbClr val="6D7069"/>
      </a:accent2>
      <a:accent3>
        <a:srgbClr val="FFAB28"/>
      </a:accent3>
      <a:accent4>
        <a:srgbClr val="161916"/>
      </a:accent4>
      <a:accent5>
        <a:srgbClr val="494949"/>
      </a:accent5>
      <a:accent6>
        <a:srgbClr val="FFF0DC"/>
      </a:accent6>
      <a:hlink>
        <a:srgbClr val="FE4F58"/>
      </a:hlink>
      <a:folHlink>
        <a:srgbClr val="FFAD27"/>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372e849b-fc60-49fc-88ef-6f6a3a7352cc" xsi:nil="true"/>
    <lcf76f155ced4ddcb4097134ff3c332f xmlns="24efd74e-70fc-4ae7-9af1-193f4b512e31">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C76F38C3A604F448DC00A667CF5567C" ma:contentTypeVersion="18" ma:contentTypeDescription="Create a new document." ma:contentTypeScope="" ma:versionID="a366ae83c922f961ee1a2ff11501752e">
  <xsd:schema xmlns:xsd="http://www.w3.org/2001/XMLSchema" xmlns:xs="http://www.w3.org/2001/XMLSchema" xmlns:p="http://schemas.microsoft.com/office/2006/metadata/properties" xmlns:ns2="24efd74e-70fc-4ae7-9af1-193f4b512e31" xmlns:ns3="bd251cb2-1da6-4860-af86-f9dc13914816" xmlns:ns4="372e849b-fc60-49fc-88ef-6f6a3a7352cc" targetNamespace="http://schemas.microsoft.com/office/2006/metadata/properties" ma:root="true" ma:fieldsID="3961dd6af6b1ea07efe4b179702e266d" ns2:_="" ns3:_="" ns4:_="">
    <xsd:import namespace="24efd74e-70fc-4ae7-9af1-193f4b512e31"/>
    <xsd:import namespace="bd251cb2-1da6-4860-af86-f9dc13914816"/>
    <xsd:import namespace="372e849b-fc60-49fc-88ef-6f6a3a7352c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3:SharedWithUsers" minOccurs="0"/>
                <xsd:element ref="ns3:SharedWithDetails" minOccurs="0"/>
                <xsd:element ref="ns2:MediaServiceDateTaken"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4efd74e-70fc-4ae7-9af1-193f4b512e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MediaServic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cc962de5-690c-40f6-9925-46ff4f3fc18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d251cb2-1da6-4860-af86-f9dc13914816"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72e849b-fc60-49fc-88ef-6f6a3a7352cc"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5d3c573b-1548-4a47-afd1-41f442222deb}" ma:internalName="TaxCatchAll" ma:showField="CatchAllData" ma:web="bd251cb2-1da6-4860-af86-f9dc139148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C7FB29C-10F2-4698-AA4E-399E5AC39323}">
  <ds:schemaRefs>
    <ds:schemaRef ds:uri="24efd74e-70fc-4ae7-9af1-193f4b512e31"/>
    <ds:schemaRef ds:uri="372e849b-fc60-49fc-88ef-6f6a3a7352cc"/>
    <ds:schemaRef ds:uri="bd251cb2-1da6-4860-af86-f9dc1391481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CD19FF71-DE7A-4B4B-BB18-934F4FB0C56A}">
  <ds:schemaRefs>
    <ds:schemaRef ds:uri="http://schemas.microsoft.com/sharepoint/v3/contenttype/forms"/>
  </ds:schemaRefs>
</ds:datastoreItem>
</file>

<file path=customXml/itemProps3.xml><?xml version="1.0" encoding="utf-8"?>
<ds:datastoreItem xmlns:ds="http://schemas.openxmlformats.org/officeDocument/2006/customXml" ds:itemID="{722650FF-3009-43F2-B746-4876D3CEBC5A}">
  <ds:schemaRefs>
    <ds:schemaRef ds:uri="24efd74e-70fc-4ae7-9af1-193f4b512e31"/>
    <ds:schemaRef ds:uri="372e849b-fc60-49fc-88ef-6f6a3a7352cc"/>
    <ds:schemaRef ds:uri="bd251cb2-1da6-4860-af86-f9dc1391481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5</Slides>
  <Notes>1</Notes>
  <HiddenSlides>0</HiddenSlides>
  <ScaleCrop>false</ScaleCrop>
  <HeadingPairs>
    <vt:vector size="4" baseType="variant">
      <vt:variant>
        <vt:lpstr>Theme</vt:lpstr>
      </vt:variant>
      <vt:variant>
        <vt:i4>2</vt:i4>
      </vt:variant>
      <vt:variant>
        <vt:lpstr>Slide Titles</vt:lpstr>
      </vt:variant>
      <vt:variant>
        <vt:i4>5</vt:i4>
      </vt:variant>
    </vt:vector>
  </HeadingPairs>
  <TitlesOfParts>
    <vt:vector size="7" baseType="lpstr">
      <vt:lpstr>Custom Design</vt:lpstr>
      <vt:lpstr>1_Custom Design</vt:lpstr>
      <vt:lpstr>Salient Object Detection (SOD)  End-to-End Deep Learning Project  Xponian Program – Cohort IV</vt:lpstr>
      <vt:lpstr>Project Overview</vt:lpstr>
      <vt:lpstr>Model Architecture &amp; Training</vt:lpstr>
      <vt:lpstr>Results &amp; Improvements</vt:lpstr>
      <vt:lpstr>Demo &amp;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Erica Cooper</dc:creator>
  <cp:revision>178</cp:revision>
  <cp:lastPrinted>2024-12-13T12:20:15Z</cp:lastPrinted>
  <dcterms:created xsi:type="dcterms:W3CDTF">2024-12-13T08:30:06Z</dcterms:created>
  <dcterms:modified xsi:type="dcterms:W3CDTF">2025-11-26T18:38:07Z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0x010100CC76F38C3A604F448DC00A667CF5567C</vt:lpwstr>
  </property>
</Properties>
</file>